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97" r:id="rId5"/>
    <p:sldId id="298" r:id="rId6"/>
    <p:sldId id="299" r:id="rId7"/>
    <p:sldId id="300" r:id="rId8"/>
    <p:sldId id="301" r:id="rId9"/>
    <p:sldId id="302" r:id="rId10"/>
    <p:sldId id="30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FC163-2238-46B0-BA7B-CA45122498AD}" v="385" dt="2026-02-11T13:16:1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51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9CA93B7F-B46C-4239-839E-1E25C688BB60}"/>
    <pc:docChg chg="undo custSel addSld delSld modSld sldOrd">
      <pc:chgData name="Bård Inge Austigard Pettersen" userId="bebddd87-b0b6-46bf-b87e-7c2cbec16442" providerId="ADAL" clId="{9CA93B7F-B46C-4239-839E-1E25C688BB60}" dt="2026-02-11T13:16:16.211" v="761"/>
      <pc:docMkLst>
        <pc:docMk/>
      </pc:docMkLst>
      <pc:sldChg chg="modSp del mod">
        <pc:chgData name="Bård Inge Austigard Pettersen" userId="bebddd87-b0b6-46bf-b87e-7c2cbec16442" providerId="ADAL" clId="{9CA93B7F-B46C-4239-839E-1E25C688BB60}" dt="2026-02-11T11:16:08.431" v="733"/>
        <pc:sldMkLst>
          <pc:docMk/>
          <pc:sldMk cId="0" sldId="256"/>
        </pc:sldMkLst>
        <pc:spChg chg="mod">
          <ac:chgData name="Bård Inge Austigard Pettersen" userId="bebddd87-b0b6-46bf-b87e-7c2cbec16442" providerId="ADAL" clId="{9CA93B7F-B46C-4239-839E-1E25C688BB60}" dt="2026-02-11T11:14:51.432" v="73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02:53.948" v="66"/>
        <pc:sldMkLst>
          <pc:docMk/>
          <pc:sldMk cId="0" sldId="257"/>
        </pc:sldMkLst>
        <pc:spChg chg="mod">
          <ac:chgData name="Bård Inge Austigard Pettersen" userId="bebddd87-b0b6-46bf-b87e-7c2cbec16442" providerId="ADAL" clId="{9CA93B7F-B46C-4239-839E-1E25C688BB60}" dt="2026-02-11T09:59:16.716" v="64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10:47.197" v="206"/>
        <pc:sldMkLst>
          <pc:docMk/>
          <pc:sldMk cId="0" sldId="258"/>
        </pc:sldMkLst>
        <pc:spChg chg="mod">
          <ac:chgData name="Bård Inge Austigard Pettersen" userId="bebddd87-b0b6-46bf-b87e-7c2cbec16442" providerId="ADAL" clId="{9CA93B7F-B46C-4239-839E-1E25C688BB60}" dt="2026-02-11T10:09:04.727" v="204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del mod delAnim modAnim">
        <pc:chgData name="Bård Inge Austigard Pettersen" userId="bebddd87-b0b6-46bf-b87e-7c2cbec16442" providerId="ADAL" clId="{9CA93B7F-B46C-4239-839E-1E25C688BB60}" dt="2026-02-11T11:17:08.256" v="743"/>
        <pc:sldMkLst>
          <pc:docMk/>
          <pc:sldMk cId="0" sldId="259"/>
        </pc:sldMkLst>
        <pc:spChg chg="mod">
          <ac:chgData name="Bård Inge Austigard Pettersen" userId="bebddd87-b0b6-46bf-b87e-7c2cbec16442" providerId="ADAL" clId="{9CA93B7F-B46C-4239-839E-1E25C688BB60}" dt="2026-02-11T10:50:46.555" v="55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29:25.170" v="358" actId="20577"/>
          <ac:spMkLst>
            <pc:docMk/>
            <pc:sldMk cId="0" sldId="259"/>
            <ac:spMk id="6" creationId="{00000000-0000-0000-0000-000000000000}"/>
          </ac:spMkLst>
        </pc:sp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1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2" creationId="{00000000-0000-0000-0000-000000000000}"/>
          </ac:picMkLst>
        </pc:picChg>
        <pc:picChg chg="add mod">
          <ac:chgData name="Bård Inge Austigard Pettersen" userId="bebddd87-b0b6-46bf-b87e-7c2cbec16442" providerId="ADAL" clId="{9CA93B7F-B46C-4239-839E-1E25C688BB60}" dt="2026-02-11T10:38:09.664" v="434" actId="1076"/>
          <ac:picMkLst>
            <pc:docMk/>
            <pc:sldMk cId="0" sldId="259"/>
            <ac:picMk id="13" creationId="{77FEA319-B2E8-0545-7E30-E315BAA78F4A}"/>
          </ac:picMkLst>
        </pc:picChg>
      </pc:sldChg>
      <pc:sldChg chg="modSp del mod">
        <pc:chgData name="Bård Inge Austigard Pettersen" userId="bebddd87-b0b6-46bf-b87e-7c2cbec16442" providerId="ADAL" clId="{9CA93B7F-B46C-4239-839E-1E25C688BB60}" dt="2026-02-11T10:32:18.718" v="360"/>
        <pc:sldMkLst>
          <pc:docMk/>
          <pc:sldMk cId="0" sldId="260"/>
        </pc:sldMkLst>
        <pc:spChg chg="mod">
          <ac:chgData name="Bård Inge Austigard Pettersen" userId="bebddd87-b0b6-46bf-b87e-7c2cbec16442" providerId="ADAL" clId="{9CA93B7F-B46C-4239-839E-1E25C688BB60}" dt="2026-02-11T10:25:29.642" v="332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41:17.153" v="443"/>
        <pc:sldMkLst>
          <pc:docMk/>
          <pc:sldMk cId="0" sldId="261"/>
        </pc:sldMkLst>
        <pc:spChg chg="mod">
          <ac:chgData name="Bård Inge Austigard Pettersen" userId="bebddd87-b0b6-46bf-b87e-7c2cbec16442" providerId="ADAL" clId="{9CA93B7F-B46C-4239-839E-1E25C688BB60}" dt="2026-02-11T10:35:57.763" v="427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del mod ord delAnim">
        <pc:chgData name="Bård Inge Austigard Pettersen" userId="bebddd87-b0b6-46bf-b87e-7c2cbec16442" providerId="ADAL" clId="{9CA93B7F-B46C-4239-839E-1E25C688BB60}" dt="2026-02-11T10:57:39.918" v="707"/>
        <pc:sldMkLst>
          <pc:docMk/>
          <pc:sldMk cId="0" sldId="262"/>
        </pc:sldMkLst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51:11.564" v="567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Bård Inge Austigard Pettersen" userId="bebddd87-b0b6-46bf-b87e-7c2cbec16442" providerId="ADAL" clId="{9CA93B7F-B46C-4239-839E-1E25C688BB60}" dt="2026-02-11T10:51:28.555" v="571" actId="478"/>
          <ac:spMkLst>
            <pc:docMk/>
            <pc:sldMk cId="0" sldId="262"/>
            <ac:spMk id="10" creationId="{76E5451E-2F63-0BF2-23D0-A763E0355D42}"/>
          </ac:spMkLst>
        </pc:spChg>
        <pc:spChg chg="add del mod">
          <ac:chgData name="Bård Inge Austigard Pettersen" userId="bebddd87-b0b6-46bf-b87e-7c2cbec16442" providerId="ADAL" clId="{9CA93B7F-B46C-4239-839E-1E25C688BB60}" dt="2026-02-11T10:51:26.452" v="570" actId="478"/>
          <ac:spMkLst>
            <pc:docMk/>
            <pc:sldMk cId="0" sldId="262"/>
            <ac:spMk id="11" creationId="{7DA26F07-C49A-4151-3478-0DDCD5975E2C}"/>
          </ac:spMkLst>
        </pc:spChg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12" creationId="{8863331A-051D-9D68-2697-57EBCF2AB326}"/>
          </ac:spMkLst>
        </pc:spChg>
        <pc:inkChg chg="del">
          <ac:chgData name="Bård Inge Austigard Pettersen" userId="bebddd87-b0b6-46bf-b87e-7c2cbec16442" providerId="ADAL" clId="{9CA93B7F-B46C-4239-839E-1E25C688BB60}" dt="2026-02-11T10:51:15.094" v="568" actId="478"/>
          <ac:inkMkLst>
            <pc:docMk/>
            <pc:sldMk cId="0" sldId="262"/>
            <ac:inkMk id="13" creationId="{6EFA0998-5593-6724-3E68-86F1396B66F0}"/>
          </ac:inkMkLst>
        </pc:inkChg>
      </pc:sldChg>
      <pc:sldChg chg="del">
        <pc:chgData name="Bård Inge Austigard Pettersen" userId="bebddd87-b0b6-46bf-b87e-7c2cbec16442" providerId="ADAL" clId="{9CA93B7F-B46C-4239-839E-1E25C688BB60}" dt="2026-02-11T10:51:30.295" v="572" actId="47"/>
        <pc:sldMkLst>
          <pc:docMk/>
          <pc:sldMk cId="0" sldId="26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4"/>
        </pc:sldMkLst>
      </pc:sldChg>
      <pc:sldChg chg="add del">
        <pc:chgData name="Bård Inge Austigard Pettersen" userId="bebddd87-b0b6-46bf-b87e-7c2cbec16442" providerId="ADAL" clId="{9CA93B7F-B46C-4239-839E-1E25C688BB60}" dt="2026-02-11T10:03:03.132" v="68"/>
        <pc:sldMkLst>
          <pc:docMk/>
          <pc:sldMk cId="2135442263" sldId="285"/>
        </pc:sldMkLst>
      </pc:sldChg>
      <pc:sldChg chg="delSp modSp add del mod">
        <pc:chgData name="Bård Inge Austigard Pettersen" userId="bebddd87-b0b6-46bf-b87e-7c2cbec16442" providerId="ADAL" clId="{9CA93B7F-B46C-4239-839E-1E25C688BB60}" dt="2026-02-11T10:04:29.392" v="75"/>
        <pc:sldMkLst>
          <pc:docMk/>
          <pc:sldMk cId="3933216383" sldId="286"/>
        </pc:sldMkLst>
        <pc:spChg chg="mod">
          <ac:chgData name="Bård Inge Austigard Pettersen" userId="bebddd87-b0b6-46bf-b87e-7c2cbec16442" providerId="ADAL" clId="{9CA93B7F-B46C-4239-839E-1E25C688BB60}" dt="2026-02-11T10:03:18.685" v="71"/>
          <ac:spMkLst>
            <pc:docMk/>
            <pc:sldMk cId="3933216383" sldId="286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3:18.686" v="73"/>
          <ac:spMkLst>
            <pc:docMk/>
            <pc:sldMk cId="3933216383" sldId="286"/>
            <ac:spMk id="6" creationId="{00000000-0000-0000-0000-000000000000}"/>
          </ac:spMkLst>
        </pc:spChg>
        <pc:inkChg chg="del">
          <ac:chgData name="Bård Inge Austigard Pettersen" userId="bebddd87-b0b6-46bf-b87e-7c2cbec16442" providerId="ADAL" clId="{9CA93B7F-B46C-4239-839E-1E25C688BB60}" dt="2026-02-11T10:03:12.556" v="69"/>
          <ac:inkMkLst>
            <pc:docMk/>
            <pc:sldMk cId="3933216383" sldId="286"/>
            <ac:inkMk id="2" creationId="{02E55BDA-251A-51B1-D36D-744D4D9F70E0}"/>
          </ac:inkMkLst>
        </pc:inkChg>
      </pc:sldChg>
      <pc:sldChg chg="addSp modSp add del mod modAnim">
        <pc:chgData name="Bård Inge Austigard Pettersen" userId="bebddd87-b0b6-46bf-b87e-7c2cbec16442" providerId="ADAL" clId="{9CA93B7F-B46C-4239-839E-1E25C688BB60}" dt="2026-02-11T11:16:44.109" v="739"/>
        <pc:sldMkLst>
          <pc:docMk/>
          <pc:sldMk cId="2337004044" sldId="287"/>
        </pc:sldMkLst>
        <pc:spChg chg="mod">
          <ac:chgData name="Bård Inge Austigard Pettersen" userId="bebddd87-b0b6-46bf-b87e-7c2cbec16442" providerId="ADAL" clId="{9CA93B7F-B46C-4239-839E-1E25C688BB60}" dt="2026-02-11T10:08:27.500" v="125" actId="20577"/>
          <ac:spMkLst>
            <pc:docMk/>
            <pc:sldMk cId="2337004044" sldId="287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8:42.735" v="139" actId="20577"/>
          <ac:spMkLst>
            <pc:docMk/>
            <pc:sldMk cId="2337004044" sldId="287"/>
            <ac:spMk id="6" creationId="{00000000-0000-0000-0000-000000000000}"/>
          </ac:spMkLst>
        </pc:spChg>
        <pc:picChg chg="add mod">
          <ac:chgData name="Bård Inge Austigard Pettersen" userId="bebddd87-b0b6-46bf-b87e-7c2cbec16442" providerId="ADAL" clId="{9CA93B7F-B46C-4239-839E-1E25C688BB60}" dt="2026-02-11T10:39:00.892" v="441" actId="1076"/>
          <ac:picMkLst>
            <pc:docMk/>
            <pc:sldMk cId="2337004044" sldId="287"/>
            <ac:picMk id="10" creationId="{0221394C-49D7-A2A0-1AFF-A5DE7A9C7515}"/>
          </ac:picMkLst>
        </pc:picChg>
      </pc:sldChg>
      <pc:sldChg chg="add del">
        <pc:chgData name="Bård Inge Austigard Pettersen" userId="bebddd87-b0b6-46bf-b87e-7c2cbec16442" providerId="ADAL" clId="{9CA93B7F-B46C-4239-839E-1E25C688BB60}" dt="2026-02-11T10:11:45.754" v="208"/>
        <pc:sldMkLst>
          <pc:docMk/>
          <pc:sldMk cId="3807115059" sldId="288"/>
        </pc:sldMkLst>
      </pc:sldChg>
      <pc:sldChg chg="delSp modSp add del mod delAnim">
        <pc:chgData name="Bård Inge Austigard Pettersen" userId="bebddd87-b0b6-46bf-b87e-7c2cbec16442" providerId="ADAL" clId="{9CA93B7F-B46C-4239-839E-1E25C688BB60}" dt="2026-02-11T11:16:56.632" v="741"/>
        <pc:sldMkLst>
          <pc:docMk/>
          <pc:sldMk cId="3431708753" sldId="289"/>
        </pc:sldMkLst>
        <pc:spChg chg="del">
          <ac:chgData name="Bård Inge Austigard Pettersen" userId="bebddd87-b0b6-46bf-b87e-7c2cbec16442" providerId="ADAL" clId="{9CA93B7F-B46C-4239-839E-1E25C688BB60}" dt="2026-02-11T10:12:25.195" v="209" actId="478"/>
          <ac:spMkLst>
            <pc:docMk/>
            <pc:sldMk cId="3431708753" sldId="28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12:27.366" v="213"/>
          <ac:spMkLst>
            <pc:docMk/>
            <pc:sldMk cId="3431708753" sldId="289"/>
            <ac:spMk id="203" creationId="{00000000-0000-0000-0000-000000000000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19.479" v="745"/>
        <pc:sldMkLst>
          <pc:docMk/>
          <pc:sldMk cId="3357516670" sldId="290"/>
        </pc:sldMkLst>
        <pc:spChg chg="mod">
          <ac:chgData name="Bård Inge Austigard Pettersen" userId="bebddd87-b0b6-46bf-b87e-7c2cbec16442" providerId="ADAL" clId="{9CA93B7F-B46C-4239-839E-1E25C688BB60}" dt="2026-02-11T10:38:33.005" v="436" actId="15"/>
          <ac:spMkLst>
            <pc:docMk/>
            <pc:sldMk cId="3357516670" sldId="290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35:32.377" v="375" actId="20577"/>
          <ac:spMkLst>
            <pc:docMk/>
            <pc:sldMk cId="3357516670" sldId="290"/>
            <ac:spMk id="6" creationId="{00000000-0000-0000-0000-000000000000}"/>
          </ac:spMkLst>
        </pc:spChg>
      </pc:sldChg>
      <pc:sldChg chg="modSp add del mod">
        <pc:chgData name="Bård Inge Austigard Pettersen" userId="bebddd87-b0b6-46bf-b87e-7c2cbec16442" providerId="ADAL" clId="{9CA93B7F-B46C-4239-839E-1E25C688BB60}" dt="2026-02-11T10:46:45.851" v="451"/>
        <pc:sldMkLst>
          <pc:docMk/>
          <pc:sldMk cId="2623392335" sldId="291"/>
        </pc:sldMkLst>
        <pc:spChg chg="mod">
          <ac:chgData name="Bård Inge Austigard Pettersen" userId="bebddd87-b0b6-46bf-b87e-7c2cbec16442" providerId="ADAL" clId="{9CA93B7F-B46C-4239-839E-1E25C688BB60}" dt="2026-02-11T10:41:24.671" v="445"/>
          <ac:spMkLst>
            <pc:docMk/>
            <pc:sldMk cId="2623392335" sldId="291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1:24.672" v="447"/>
          <ac:spMkLst>
            <pc:docMk/>
            <pc:sldMk cId="2623392335" sldId="291"/>
            <ac:spMk id="6" creationId="{00000000-0000-0000-0000-000000000000}"/>
          </ac:spMkLst>
        </pc:spChg>
      </pc:sldChg>
      <pc:sldChg chg="modSp add del mod ord modAnim">
        <pc:chgData name="Bård Inge Austigard Pettersen" userId="bebddd87-b0b6-46bf-b87e-7c2cbec16442" providerId="ADAL" clId="{9CA93B7F-B46C-4239-839E-1E25C688BB60}" dt="2026-02-11T11:17:30.168" v="747"/>
        <pc:sldMkLst>
          <pc:docMk/>
          <pc:sldMk cId="2493304393" sldId="292"/>
        </pc:sldMkLst>
        <pc:spChg chg="mod">
          <ac:chgData name="Bård Inge Austigard Pettersen" userId="bebddd87-b0b6-46bf-b87e-7c2cbec16442" providerId="ADAL" clId="{9CA93B7F-B46C-4239-839E-1E25C688BB60}" dt="2026-02-11T10:54:25.265" v="705" actId="20577"/>
          <ac:spMkLst>
            <pc:docMk/>
            <pc:sldMk cId="2493304393" sldId="29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9:52.652" v="522" actId="20577"/>
          <ac:spMkLst>
            <pc:docMk/>
            <pc:sldMk cId="2493304393" sldId="292"/>
            <ac:spMk id="6" creationId="{00000000-0000-0000-0000-000000000000}"/>
          </ac:spMkLst>
        </pc:spChg>
      </pc:sldChg>
      <pc:sldChg chg="addSp modSp add del mod">
        <pc:chgData name="Bård Inge Austigard Pettersen" userId="bebddd87-b0b6-46bf-b87e-7c2cbec16442" providerId="ADAL" clId="{9CA93B7F-B46C-4239-839E-1E25C688BB60}" dt="2026-02-11T10:58:30.240" v="716"/>
        <pc:sldMkLst>
          <pc:docMk/>
          <pc:sldMk cId="935475820" sldId="293"/>
        </pc:sldMkLst>
        <pc:spChg chg="add mod">
          <ac:chgData name="Bård Inge Austigard Pettersen" userId="bebddd87-b0b6-46bf-b87e-7c2cbec16442" providerId="ADAL" clId="{9CA93B7F-B46C-4239-839E-1E25C688BB60}" dt="2026-02-11T10:57:47.279" v="714"/>
          <ac:spMkLst>
            <pc:docMk/>
            <pc:sldMk cId="935475820" sldId="293"/>
            <ac:spMk id="2" creationId="{DE831630-985A-4E95-87A1-47445801867A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42.170" v="749"/>
        <pc:sldMkLst>
          <pc:docMk/>
          <pc:sldMk cId="1764074763" sldId="294"/>
        </pc:sldMkLst>
        <pc:spChg chg="mod">
          <ac:chgData name="Bård Inge Austigard Pettersen" userId="bebddd87-b0b6-46bf-b87e-7c2cbec16442" providerId="ADAL" clId="{9CA93B7F-B46C-4239-839E-1E25C688BB60}" dt="2026-02-11T11:00:29.377" v="727" actId="15"/>
          <ac:spMkLst>
            <pc:docMk/>
            <pc:sldMk cId="1764074763" sldId="294"/>
            <ac:spMk id="2" creationId="{DE831630-985A-4E95-87A1-47445801867A}"/>
          </ac:spMkLst>
        </pc:spChg>
        <pc:spChg chg="mod">
          <ac:chgData name="Bård Inge Austigard Pettersen" userId="bebddd87-b0b6-46bf-b87e-7c2cbec16442" providerId="ADAL" clId="{9CA93B7F-B46C-4239-839E-1E25C688BB60}" dt="2026-02-11T10:58:35.280" v="718"/>
          <ac:spMkLst>
            <pc:docMk/>
            <pc:sldMk cId="1764074763" sldId="294"/>
            <ac:spMk id="6" creationId="{00000000-0000-0000-0000-000000000000}"/>
          </ac:spMkLst>
        </pc:spChg>
      </pc:sldChg>
      <pc:sldChg chg="add del">
        <pc:chgData name="Bård Inge Austigard Pettersen" userId="bebddd87-b0b6-46bf-b87e-7c2cbec16442" providerId="ADAL" clId="{9CA93B7F-B46C-4239-839E-1E25C688BB60}" dt="2026-02-11T11:16:15.650" v="735"/>
        <pc:sldMkLst>
          <pc:docMk/>
          <pc:sldMk cId="3962612965" sldId="295"/>
        </pc:sldMkLst>
      </pc:sldChg>
      <pc:sldChg chg="add del">
        <pc:chgData name="Bård Inge Austigard Pettersen" userId="bebddd87-b0b6-46bf-b87e-7c2cbec16442" providerId="ADAL" clId="{9CA93B7F-B46C-4239-839E-1E25C688BB60}" dt="2026-02-11T11:16:17.811" v="737"/>
        <pc:sldMkLst>
          <pc:docMk/>
          <pc:sldMk cId="888662000" sldId="296"/>
        </pc:sldMkLst>
      </pc:sldChg>
      <pc:sldChg chg="modSp add">
        <pc:chgData name="Bård Inge Austigard Pettersen" userId="bebddd87-b0b6-46bf-b87e-7c2cbec16442" providerId="ADAL" clId="{9CA93B7F-B46C-4239-839E-1E25C688BB60}" dt="2026-02-11T11:19:19.249" v="760" actId="403"/>
        <pc:sldMkLst>
          <pc:docMk/>
          <pc:sldMk cId="2014825885" sldId="297"/>
        </pc:sldMkLst>
        <pc:spChg chg="mod">
          <ac:chgData name="Bård Inge Austigard Pettersen" userId="bebddd87-b0b6-46bf-b87e-7c2cbec16442" providerId="ADAL" clId="{9CA93B7F-B46C-4239-839E-1E25C688BB60}" dt="2026-02-11T11:19:19.249" v="760" actId="403"/>
          <ac:spMkLst>
            <pc:docMk/>
            <pc:sldMk cId="2014825885" sldId="297"/>
            <ac:spMk id="4" creationId="{00000000-0000-0000-0000-000000000000}"/>
          </ac:spMkLst>
        </pc:spChg>
      </pc:sldChg>
      <pc:sldChg chg="add">
        <pc:chgData name="Bård Inge Austigard Pettersen" userId="bebddd87-b0b6-46bf-b87e-7c2cbec16442" providerId="ADAL" clId="{9CA93B7F-B46C-4239-839E-1E25C688BB60}" dt="2026-02-11T11:16:44.104" v="738"/>
        <pc:sldMkLst>
          <pc:docMk/>
          <pc:sldMk cId="429324007" sldId="298"/>
        </pc:sldMkLst>
      </pc:sldChg>
      <pc:sldChg chg="modSp add mod">
        <pc:chgData name="Bård Inge Austigard Pettersen" userId="bebddd87-b0b6-46bf-b87e-7c2cbec16442" providerId="ADAL" clId="{9CA93B7F-B46C-4239-839E-1E25C688BB60}" dt="2026-02-11T11:18:16.783" v="751" actId="207"/>
        <pc:sldMkLst>
          <pc:docMk/>
          <pc:sldMk cId="1660635271" sldId="299"/>
        </pc:sldMkLst>
        <pc:spChg chg="mod">
          <ac:chgData name="Bård Inge Austigard Pettersen" userId="bebddd87-b0b6-46bf-b87e-7c2cbec16442" providerId="ADAL" clId="{9CA93B7F-B46C-4239-839E-1E25C688BB60}" dt="2026-02-11T11:18:16.783" v="751" actId="207"/>
          <ac:spMkLst>
            <pc:docMk/>
            <pc:sldMk cId="1660635271" sldId="299"/>
            <ac:spMk id="4" creationId="{00000000-0000-0000-0000-000000000000}"/>
          </ac:spMkLst>
        </pc:sp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530369690" sldId="300"/>
        </pc:sldMkLst>
        <pc:spChg chg="mod">
          <ac:chgData name="Bård Inge Austigard Pettersen" userId="bebddd87-b0b6-46bf-b87e-7c2cbec16442" providerId="ADAL" clId="{9CA93B7F-B46C-4239-839E-1E25C688BB60}" dt="2026-02-11T11:18:09.318" v="750" actId="207"/>
          <ac:spMkLst>
            <pc:docMk/>
            <pc:sldMk cId="2530369690" sldId="300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530369690" sldId="300"/>
            <ac:inkMk id="2" creationId="{DF0DC1E7-F8CD-E97D-4D9A-F564D8205507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319954523" sldId="301"/>
        </pc:sldMkLst>
        <pc:spChg chg="mod">
          <ac:chgData name="Bård Inge Austigard Pettersen" userId="bebddd87-b0b6-46bf-b87e-7c2cbec16442" providerId="ADAL" clId="{9CA93B7F-B46C-4239-839E-1E25C688BB60}" dt="2026-02-11T11:18:22.773" v="752" actId="207"/>
          <ac:spMkLst>
            <pc:docMk/>
            <pc:sldMk cId="2319954523" sldId="301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319954523" sldId="301"/>
            <ac:inkMk id="2" creationId="{11EA25C1-65CB-BB93-540E-C829DF5516C8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266474766" sldId="302"/>
        </pc:sldMkLst>
        <pc:spChg chg="mod">
          <ac:chgData name="Bård Inge Austigard Pettersen" userId="bebddd87-b0b6-46bf-b87e-7c2cbec16442" providerId="ADAL" clId="{9CA93B7F-B46C-4239-839E-1E25C688BB60}" dt="2026-02-11T11:18:29.179" v="753" actId="207"/>
          <ac:spMkLst>
            <pc:docMk/>
            <pc:sldMk cId="2266474766" sldId="302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266474766" sldId="302"/>
            <ac:inkMk id="2" creationId="{81027508-FC35-FD65-D7A6-5C7528516EAE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767135463" sldId="303"/>
        </pc:sldMkLst>
        <pc:spChg chg="mod">
          <ac:chgData name="Bård Inge Austigard Pettersen" userId="bebddd87-b0b6-46bf-b87e-7c2cbec16442" providerId="ADAL" clId="{9CA93B7F-B46C-4239-839E-1E25C688BB60}" dt="2026-02-11T11:18:34.580" v="754" actId="207"/>
          <ac:spMkLst>
            <pc:docMk/>
            <pc:sldMk cId="767135463" sldId="303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767135463" sldId="303"/>
            <ac:inkMk id="3" creationId="{EFC2A9D2-1DC6-730E-1AE3-E31CA5289F8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1:36:16.27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4179 15672 753 0,'0'35'489'0,"0"5"-209"0,4 7-33 16,-4-3-16-16,0 1-173 16,0-6 23-16,6-5 26 0,-6-4-75 15,0-3-9-15,7-5-23 0,-4-7 10 16,-3-3-10-16,0-5-36 16,0-4 35-16,6-2-35 0,-6-1-32 15,0 0-16-15,7-3-59 0,-4-9 26 16,-3 1-322-16,0-9-284 0</inkml:trace>
  <inkml:trace contextRef="#ctx0" brushRef="#br0" timeOffset="452.11">4073 15381 1371 0,'0'0'156'0,"0"0"-22"15,16-37-63-15,-6 25 30 0,6-1 139 16,-6 3-117-16,12 1-42 0,-6 3 7 15,4 3-49-15,-4 3-4 0,6 0 53 16,1 2 9-16,-4 3-3 0,-2 3 28 16,-1 1-54-16,0 1-27 0,-6 4-31 15,2-2 41-15,-8 4-22 0,2 0 0 16,-6 2 38-16,0 1-19 0,-10-1-32 16,-2 2 67-16,2 0-83 15,-6-2 32-15,0 0-29 0,-4-1-3 16,-2 0 13-16,-4-3-10 0,3 1-3 15,-3-5-41-15,10-1 37 0,-6-1-43 16,5-7-174-16,1 0 80 16,7-1-98-16,9-2-554 0,-7-5 224 15,7 2-54-15</inkml:trace>
  <inkml:trace contextRef="#ctx0" brushRef="#br0" timeOffset="961.8">4444 15633 1359 0,'0'0'628'0,"0"0"-437"16,0 0-100-16,0 0-85 15,0 0 4-15,0 0 74 0,16 56 145 16,-9-26-116-16,-1-2-26 0,-2 0 7 15,2-1-27-15,-3-1-32 0,4 0 13 16,-7-5-3-16,0-2-45 0,0-7 13 16,0-2-3-16,0-4-10 0,0-5 2 15,0 1 46-15,0-2 6 0,0 0 3 16,-7-3 39-16,7-13-96 16,-9-6-113-16,5-5 113 0,-2-5 0 15,6-1-48-15,-7 3 45 0,7-2 3 16,0 1-89-16,7 1 88 0,3 2-28 15,-1 5-49-15,-2 4 76 0,2 7 2 16,4 3-39-16,-3 4 36 16,6 4 3-16,-6 1-58 0,6 5 42 15,0 4-132-15,-6 0-534 0,3 0-59 16,-10-2-415-16</inkml:trace>
  <inkml:trace contextRef="#ctx0" brushRef="#br0" timeOffset="1312.89">4732 15685 1954 0,'0'0'114'0,"0"0"93"15,0 0-26-15,0 0-68 0,0 0-32 16,-10 36 35-16,10-17-23 0,0 3-12 15,0-3 47-15,10 1-3 16,-4-1-42-16,4-6-51 0,-4 0 15 16,4-5-47-16,0-3-73 0,3-5 73 15,-4 0 2-15,-2-2 8 0,3-5 108 16,-4-5 12-16,-3-4 97 16,4-4-41-16,-7-1-75 0,0 3-67 15,0 1 68-15,-7 2-100 0,-2 0 29 16,-8 2-10-16,1 0-31 0,0 3-247 15,-3 4 168-15,6 0-103 0,-3 2-246 16,6 1 259-16,3 2 3 0,7 1-146 16,0 0 96-16,0-1-82 0,7 1-778 15,3-2 552-15,3 0 51 0</inkml:trace>
  <inkml:trace contextRef="#ctx0" brushRef="#br0" timeOffset="1673.4">5035 15591 176 0,'0'0'945'0,"0"0"-664"16,0 0-44-16,0 0 59 0,0 0-105 15,0 0 3-15,0 0 97 0,0 0-204 16,0 0-87-16,0 0 20 16,-32-15-11-16,22 25 11 0,-6 2 15 15,10 2-16-15,-4 1-19 0,0 2-80 16,10-2 57-16,0 0-35 0,0-3-42 15,0 1 74-15,10-3-9 0,0 0-35 16,6 0 68-16,0-3-3 0,0-1 5 16,7-1 17-16,-7-1 15 0,3 0 142 15,4-1-38-15,-7 1-14 0,0 0 16 16,0 0-77-16,1 0-26 16,-8-1-25-16,-2 0 25 0,-7-1-19 15,3 2-16-15,-3-1 64 0,0 2-20 16,0 3-9-16,-3 1-35 0,-10 3-25 15,0-1-385-15,-3-3-64 16,3-2-334-16</inkml:trace>
  <inkml:trace contextRef="#ctx0" brushRef="#br0" timeOffset="1954.71">5323 15655 434 0,'0'0'498'0,"0"0"-208"0,0 0 231 16,32 44-258-16,-22-17-46 0,-4 4 81 15,1 4-127-15,-4 4 12 0,3 3 77 16,1 6-116-16,-4 2-42 16,4 1-10-16,-7-1-3 0,0-1-89 15,0-4 41-15,-7-5-28 0,4-6-13 16,-4-4 22-16,1-3-13 0,-4-4-9 15,4-5 7-15,-4-1-26 16,0-5 19-16,1-4-216 0,-4-5 121 16,3-3-71-16,-6-1-419 0,6-10 51 15,-3-1-465-15</inkml:trace>
  <inkml:trace contextRef="#ctx0" brushRef="#br0" timeOffset="2354.53">5517 15807 1218 0,'0'0'137'15,"0"0"100"-15,0 0-84 0,0 0 45 16,42-5 143-16,-26-6-163 0,0-3-17 15,-6 0 71-15,-1-2-97 16,4 2-26-16,-3 0-10 0,-4 1-29 16,-2 2-60-16,-4-4 3 0,0 4 31 15,0 1-12-15,-4 3-10 0,-2 3 51 16,-10-2-73-16,0 3-127 16,-1 2 9-16,1 1 0 0,0 0-81 15,6 4 177-15,10 0 19 0,-9 3-19 16,9 3 20-16,-7 2 2 0,7 3 0 15,7 1 19-15,-4 0 29 0,3 2 10 16,4 2 16-16,6-1-33 0,-6 1-15 16,6 0 12-16,0-6-38 0,0 1 13 15,7-5-29-15,-4-2 16 0,4-5-304 16,0-3-45-16,-7 0-367 16,-7-5-1067-16</inkml:trace>
  <inkml:trace contextRef="#ctx0" brushRef="#br0" timeOffset="2720.88">5862 15464 1819 0,'-6'34'298'0,"6"-1"-87"0,0 5 196 15,6-7-198-15,-3 0-84 0,4-5-23 16,3-4-47-16,-4-1-55 0,4-7-37 16,3-3 35-16,-4-6-50 0,1-4-121 15,3-1 96-15,0-7-13 0,0-5 3 16,-4-1 86-16,1-4-12 16,3-1-108-16,-3 0 17 0,-4 0-22 15,-3 6-75-15,4 4 143 0,-7 3 35 16,6 2 23-16,-6 1 38 0,0 2 85 15,4 2 104-15,-4 9-72 0,6 6 38 16,-6 7 96-16,0 2-129 16,0 1-64-16,7-6-36 0,-4 1 23 15,3-2-83-15,1-2-23 0,-4-5-5 16,7-1 2-16,3-4-350 0,-4-5-26 16,-2-3-350-16,-4 0-1126 0</inkml:trace>
  <inkml:trace contextRef="#ctx0" brushRef="#br0" timeOffset="2979.95">6185 15231 2217 0,'0'33'39'0,"0"6"51"15,0 6 227-15,0 2-66 0,0 0-39 16,0 4-34-16,7 2-41 16,-7-2-51-16,9 2-48 0,-9-3 32 15,7 0-70-15,3-7-125 0,-4-2 11 16,4-6-126-16,-4-8-564 0,1-8 142 16,-4-9-349-16</inkml:trace>
  <inkml:trace contextRef="#ctx0" brushRef="#br0" timeOffset="3167.99">6134 15560 2455 0,'0'0'142'0,"0"0"-142"15,0 0 0-15,42 1 10 0,-20 3 42 16,-2-1-36-16,2 1-3 0,4 0-13 15,0-2-427-15,-10 1-297 0,7-3-573 16</inkml:trace>
  <inkml:trace contextRef="#ctx0" brushRef="#br0" timeOffset="3676.71">6518 15649 1855 0,'0'0'635'0,"0"0"-634"0,0 0 1 0,10 33 167 16,-10-9 82-16,9 5-36 0,-2 3 37 16,-4 1-103-16,3 4-35 15,-6 3-32-15,7-1 19 0,-4 1-101 16,4 1 22-16,2 0-41 0,-2-4 19 15,-7-6-183-15,9-4 110 16,-9-7-82-16,0-7-218 0,7-7 248 16,-7-6 29-16,0-4-62 0,0-11 129 15,0-12-26-15,0-8-38 0,0-8 60 16,0 0 1-16,-7 1 0 0,7 0 3 16,-3-4 16-16,3-2 13 15,0 0 1-15,3 2 1 0,4 4 88 16,3 7 17-16,2 5-23 0,-2 7 48 15,0 2 3-15,0 8 22 0,-4 6 48 16,0 3-52-16,-2 3-55 0,2 1-50 16,4 1 47-16,-4 7-19 0,4 9 24 15,3 4 79-15,-3 2-56 0,-10 1-73 16,6-2 94-16,-3-5-64 16,-6 0-74-16,3-2 106 0,-6-1-81 15,-1-2-4-15,-3 2 72 0,-6-5-90 16,7 1 47-16,-8 0-19 0,1-4-37 15,-6-5-117-15,6-1 101 16,-1 0-64-16,-2-6-323 0,3-6 230 16,-7-2-177-16,7-7-886 0,6 5-113 15</inkml:trace>
  <inkml:trace contextRef="#ctx0" brushRef="#br0" timeOffset="3980.64">6873 15238 2149 0,'0'0'249'0,"0"0"-68"16,-10 33 61-16,10-11-27 0,-6 5-30 15,6 1 0-15,6 0-39 0,-2 4-54 16,2 2-22-16,-6 2 31 16,10 1-101-16,-4 1 3 0,10-4-28 15,-6-1 25-15,-3-4-272 0,9-4 62 16,-7-4-123-16,8-8-486 16,-8-5 55-16,-2-5-255 0</inkml:trace>
  <inkml:trace contextRef="#ctx0" brushRef="#br0" timeOffset="4334.52">7144 15527 1856 0,'0'0'276'0,"0"0"60"16,-35 36-139-16,22-19-1 15,3-3 99-15,1 2-84 0,-4-1-27 16,10-1-35-16,-4-1-13 0,7 1-61 15,-3-2-69-15,3 0 85 0,3 0-91 16,4-2 32-16,-4 0-32 16,3-2 0-16,-6-3-29 0,10 0 26 15,3-3 3-15,-4 1-100 16,8-3 97-16,-1-2 3 0,-7-4-76 0,4 0 76 16,-3 0 0-16,-7-2 10 15,4 4-10-15,-7 1 0 0,6 0 9 16,-3 2-9-16,4-2 0 0,-7 3 16 15,6 2 106-15,-2 2-17 0,-4 6-40 16,6 3 110-16,-6-2-85 0,0-2-63 16,7-3 1-16,-7-4-28 0,3 1-239 15,-3-3 115-15,6 0-125 0,4-5-475 16,-4-1-295-16,1-9-557 0</inkml:trace>
  <inkml:trace contextRef="#ctx0" brushRef="#br0" timeOffset="4658.67">7413 15666 3039 0,'0'0'202'16,"3"39"-78"-16,-3-27-64 16,0-4 14-16,6-4-74 0,-6-2-67 15,7-1 51-15,-4-1-99 0,7-2-221 16,-4-9 160-16,10-5-50 0,0-3-256 15,-6-1 164-15,6 2-27 0,-9 6-300 16,2 0 521-16,4 5 124 0,-9 2 29 16,5 3 186-16,-6 2 189 0,1 0 363 15,-4 3-368-15,9 5-90 0,-9 7 54 16,7 3-159-16,-1 3-48 16,-2 0 44-16,2-4-5 0,-6 0-101 15,6-3-78-15,-2 1 19 0,2-2-35 16,4-5-169-16,-4 1 128 0,10-4-91 15,-6-3-323-15,6-2 119 16,-6 0-244-16,3-2-1408 0</inkml:trace>
  <inkml:trace contextRef="#ctx0" brushRef="#br0" timeOffset="5030.26">8036 15593 16 0,'0'0'3053'0,"0"0"-2603"0,0 0-257 16,0 0-146-16,0 0-47 0,0 0 13 15,0 0-39-15,0 0 17 0,0 0-162 16,0 0 120-16,19 2-143 0,-12-2-508 15,-4 1 61-15,3 1-559 0</inkml:trace>
  <inkml:trace contextRef="#ctx0" brushRef="#br0" timeOffset="5185.97">8088 15718 2070 0,'0'0'1117'15,"0"0"-520"-15,0 0-257 0,0 0-94 16,0 0-76-16,0 0-61 0,0 0-109 15,0 0-256-15,0 0 147 16,0 0-59-16,9 3-314 0,7-12 151 16,-3 2-352-16</inkml:trace>
  <inkml:trace contextRef="#ctx0" brushRef="#br0" timeOffset="5964.46">8866 15232 1637 0,'0'0'201'0,"0"0"49"16,0 0-208-16,0 0-22 0,0 0 90 16,-6-36-6-16,6 32-17 0,0 3 12 15,0 1-99-15,0 0-52 0,0 5 52 16,9 10 0-16,4 11 84 0,3 11 60 16,0 8-28-16,4 5-35 15,-7 6-49-15,0 5 32 0,3 1-48 16,-3-3-3-16,0-6 9 0,0-10-22 15,-4-11-202-15,1-9 41 16,-4-10-36-16,1-8-204 0,3-5 118 16,-1-9 59-16,7-11-17 0,1-8 66 15,-1-7-27-15,0-7-121 0,-6 9 46 16,-4-4-107-16</inkml:trace>
  <inkml:trace contextRef="#ctx0" brushRef="#br0" timeOffset="6222.34">9189 15280 184 0,'0'0'1516'16,"0"62"-1205"-16,0-20-71 0,10 7 13 16,3 1-134-16,-4 2-12 0,4 2 24 15,3-4-57-15,-3-7-61 0,10-13-13 16,-7-10-1-16,3-11-34 0,1-9-90 16,-1-10 125-16,-3-9 33 15,4-7 166-15,-4-6 178 0,-3-6-54 16,-4-2-27-16,1-4-105 0,-3 2-82 15,-7-1-84-15,0 3 80 16,0 1-105-16,-7 2 7 0,-3-2-42 16,4 5 35-16,-4 5-342 0,10 8 213 15,-3 4-48-15,3 10-136 0,3 3 246 16,-3 4-54-16,10 4-405 0,3 7 129 16,-3 12-112-16,6 0-722 15</inkml:trace>
  <inkml:trace contextRef="#ctx0" brushRef="#br0" timeOffset="6596.71">9696 15547 2233 0,'0'0'165'0,"0"0"-13"16,0 0-4-16,0 0-51 0,0 0-13 15,-39-17 5-15,30 17 21 16,2 11-15-16,-3 5-69 0,4 8 48 16,-4 2 5-16,10 5 20 0,7-5 50 15,-1 0-32-15,4-2-29 0,0-3 47 16,6-5-135-16,-7-5 38 16,8-6-57-16,-1-3 19 0,6-4-63 15,-2-8 63-15,-4-6 0 0,0-3 7 16,0-4-7-16,-3-4 0 0,-3-2-7 15,-4 0 7-15,-6-1 0 0,0 3 22 16,-13 0-12-16,4 1-10 0,-7 2-38 16,-10 0 13-16,0 2-7 0,-3 5-306 15,3 5 179-15,3 6-19 0,14 2-137 16,-8 3 241-16,17 1 10 0,-3 3-149 16,3 7-247-16,0-1-327 15</inkml:trace>
  <inkml:trace contextRef="#ctx0" brushRef="#br0" timeOffset="7261.2">10048 15452 1638 0,'0'0'685'0,"-10"33"-340"0,7-11-110 0,3 6-55 0,7 5 97 16,-1 5-99-16,-3 1-20 15,10 0-23-15,-3-3 13 0,0-4-95 16,6-3-17-16,-6-3-9 0,2-6-27 15,-2-5-189-15,0-4 129 16,-4-8-91-16,4-3-163 0,-4-7 225 16,4-9 6-16,0-6-32 0,-4-7 114 15,4 0-12-15,-4-4-7 0,-6 1 20 16,0-5 0-16,0 0 3 16,0-1 41-16,7-3-24 0,-1 1-11 15,-2-1 49-15,12 6 22 0,-7 5 60 16,4 7 44-16,3 5-26 0,-3 9-23 15,0 4 45-15,-3 5-43 0,6 6-62 16,-3 5 80-16,-10 5-84 0,7 5-58 16,-4-1 76-16,-6 5-89 0,0 0 19 15,0-1-21-15,-6-1 2 0,-4 2-214 16,7-1 212-16,-10 0-72 16,3 1-135-16,1-5 208 0,-4 1-81 15,-3-5-179-15,6-2 205 0,0-4-43 16,4-3-34-16,-1-1 133 0,4-2 7 15,3 0 9-15,0-2 82 16,0 2 3-16,0 2-19 0,3 2 56 16,10-1-14-16,-3 1-9 0,6-1 13 15,0-1-128-15,0-4-16 16,1-2 4-16,-1-4 12 0,3-2-165 16,4-3 111-16,-4-1-122 0,0-5-334 15,1 0 162-15,-4-5-144 0,0-2-559 16,-6 6 240-16,3-1 140 0</inkml:trace>
  <inkml:trace contextRef="#ctx0" brushRef="#br0" timeOffset="7643.58">10542 15507 275 0,'0'0'382'0,"0"0"253"0,10-44-352 0,-10 38-7 0,0 3 217 0,0 3-302 0,0 2-39 0,0 6 111 16,0 12-134-16,0 4-8 16,0 4 45-16,0 1-13 0,0-3-36 15,0-5-57-15,0-2 9 0,6-2-69 16,-6-9-124-16,7-1 61 0,-4-6-109 15,4-1-346-15,-4-3 170 16,3-8-1-16,4-11-37 0,-4-2 243 16,1-4-7-16,-1 0-48 0,-2 4 119 15,-4-2-38-15,6 0 59 0,-3-2 45 16,1 0-30-16,-1 3-71 0,6-1 114 16,4 1 20-16,-3 6 380 15,6 3-42-15,-6 5-4 0,6 7 251 16,0 4-280-16,0 1-113 0,0 10 30 15,7 4-13-15,-7 6-40 0,0 4 25 16,1 3-7-16,-5 0-86 0,1-2-87 16,-3 0 105-16,-3-1-127 15,-4-2 41-15,3-1-10 0,-3-1-43 0,-3 1 37 16,-9 0-28-16,-1-2-9 16,4-2 25-16,-11 1-25 0,1-2 0 15,-10-2-105-15,4-3 71 0,-4-2 10 16,-6-1-280-16,3-5 210 15,-4-4-204-15,1-2-818 0,9-5-303 16</inkml:trace>
  <inkml:trace contextRef="#ctx0" brushRef="#br0" timeOffset="8053.16">11066 15559 2722 0,'0'0'376'16,"0"0"-331"-16,0 0-45 0,0 0 3 15,0 0 67-15,0 0 26 0,58 19 57 16,-32-14-14-16,9 0-53 0,1-1-80 15,-1-4 44-15,1 0-50 0,2-1-129 16,1-6-125-16,-3-1-258 0,-7 0-1314 16</inkml:trace>
  <inkml:trace contextRef="#ctx0" brushRef="#br0" timeOffset="8332.32">11734 15314 3193 0,'0'0'73'0,"-10"49"26"0,10-18 44 16,0 0-35-16,-3 6 2 0,0 2 35 15,-7 2 48-15,10 2-115 0,0 0-41 16,0 1-65-16,0-4 28 0,7-2-292 16,-4-8 80-16,0-7-236 0,0-6-1475 15</inkml:trace>
  <inkml:trace contextRef="#ctx0" brushRef="#br0" timeOffset="8538.66">11479 15286 2440 0,'0'0'541'16,"0"0"-432"-16,0 0 13 16,0 0-17-16,0 0-19 0,48-16-16 15,-22 13 32-15,3 3-83 0,4 0 15 16,-4 5-11-16,3 3-23 0,13 0-161 15,-6 2-11-15,0 0-202 0,-7-2-813 16,-6-1-292-16</inkml:trace>
  <inkml:trace contextRef="#ctx0" brushRef="#br0" timeOffset="8911.83">11896 15424 2436 0,'0'0'284'16,"0"0"-265"-16,0 0 29 0,0 0-19 15,22 47 58-15,-19-28-39 0,-3-2-41 16,0 1 18-16,0 3-25 0,0-3-18 16,0 0 18-16,0-2 0 0,7 1-18 15,-1-6 18-15,-2 1 0 0,2-4-29 16,4-2 29-16,-1-1 1 16,1-3-1-16,6-1 55 0,-3-1-4 15,-3-3-41-15,6 0 22 0,0-2-32 16,-6 1-71-16,0 1-47 0,-4 0-82 15,-6 1-162-15,10-2 38 16,-4 0-69-16,-6 1-708 0</inkml:trace>
  <inkml:trace contextRef="#ctx0" brushRef="#br0" timeOffset="9096.73">11976 15561 2751 0,'0'0'77'0,"0"0"61"0,0 0 83 16,0 0-39-16,0 0-23 0,33-34-115 15,-30 23-18-15,10-1-26 0,-10 1-296 16,7 2 57-16,-10-1-108 16,0 3-823-16,0 0-161 0</inkml:trace>
  <inkml:trace contextRef="#ctx0" brushRef="#br0" timeOffset="9346.62">11996 15381 1368 0,'0'0'101'0,"32"-9"-81"0,-6 5-20 16,-10 3-61-16,0 0 5 0,7 1-2 15,-4 0 41-15,-3 1 14 0,0 3-30 16,1 1 30-16,-8 0 3 0,-2 5 35 15,6 1 92-15,-10 3 104 0,3 4 204 16,-6 2-263-16,0 0-30 0,0 2 59 16,-6-1-85-16,6-1-33 0,-3 1-38 15,-1-3-21-15,4-3-24 0,-3-6-161 16,3 0-45-16,0-6-170 16,0-1-677-16,0-1 71 0</inkml:trace>
  <inkml:trace contextRef="#ctx0" brushRef="#br0" timeOffset="9647.01">12267 15381 858 0,'0'0'557'15,"0"0"-206"-15,0 0 246 0,0 0-400 16,0 0 6-16,0 0 22 16,39 44-87-16,-29-27-55 0,2-3-83 15,1-5 24-15,0-2-24 0,0-4-99 16,3-3 54-16,-3 0-89 0,3-6-291 15,1-1 198-15,-8-2 26 0,7 0-23 16,-6 3 153-16,0 1 16 0,-4 2-27 16,1 2 63-16,-7 1 19 0,3 0 28 15,0 5 34-15,-3 7 55 0,-3 9 142 16,3 4-80-16,-10 4-56 16,10 2 35-16,-6-1-55 0,-4 0-29 15,10-1-9-15,-3-2-33 0,0-4-32 16,3-2-205-16,0-8-232 0,0-2-674 0</inkml:trace>
  <inkml:trace contextRef="#ctx0" brushRef="#br0" timeOffset="10140.89">12752 15660 704 0,'0'0'202'0,"0"0"-202"16,16 41-110-16,-16-36-45 0,6-4 155 16,-6 0 23-16,3-1-1 0,-3-1 17 15,0-6 65-15,0-10 131 0,0-6-131 16,0-2 20-16,-3-3 91 16,3-2-95-16,-6-3-16 0,6-4-40 15,0-1-64-15,0 2 0 0,9 2 12 16,4 4 202-16,-3 6 133 0,6 10 249 15,0 2-244-15,-6 8-82 0,3 4-14 16,-3 5-52-16,-1 3-72 0,-2 4-32 16,-1 2 61-16,-3 3-65 0,-3 4-93 15,0-3 105-15,-3 1-108 0,-3-1 40 16,-1 2-40-16,-2-2 0 16,-1-1-34-16,-3 0 19 0,0-1 15 15,0-3-207-15,-3-1 163 0,0-6-92 16,0-4-405-16,6-2 29 0,0-5-533 15,-3-3-1107-15</inkml:trace>
  <inkml:trace contextRef="#ctx0" brushRef="#br0" timeOffset="10547.82">12949 15474 1648 0,'0'0'542'0,"0"0"-241"0,0 0-11 0,0 0-203 0,-4 45-36 15,4-28-35-15,4 2 32 16,-4 2-48-16,0-3 20 0,9 4-21 16,-6 0 1-16,1-4 0 0,5 0 29 15,-2-3 35-15,-1-4 35 0,4-4 13 16,0-1-42-16,-4-3-64 0,10-2 42 16,-6-1-17-16,6 0 14 15,0-1 91-15,0-4-3 0,1 0 21 16,-1 1-60-16,0 0-94 0,-6 1-16 15,6-3 16-15,6 1 0 0,-12 1-116 16,6-2 12-16,4 1-149 0,-8 0-440 16,-2 1 51-16,-3 1-489 0</inkml:trace>
  <inkml:trace contextRef="#ctx0" brushRef="#br0" timeOffset="10925.91">13333 15603 2191 0,'0'0'265'0,"0"-39"-119"0,0 18-67 15,6-2-5-15,-2 1 7 0,2-1 63 16,4 2-64-16,-4 1-64 0,4 2-3 16,0 4 35-16,-4 4 7 0,10 2 37 15,-3 5 80-15,-3 2-32 0,3 2-99 16,0 3 38-16,-4 7-70 16,4-1 13-16,0 4 22 0,0 2-44 15,-3 2 23-15,3 1-5 0,-4 0-18 16,-5 2 26-16,9-2-23 0,-10 1-3 15,6-1-29-15,-2-2 4 16,-1 1-28-16,-2-3-286 0,-1-2 122 16,0-1-158-16,-3-3-895 0,-3-4-141 15</inkml:trace>
  <inkml:trace contextRef="#ctx0" brushRef="#br0" timeOffset="11136.78">13420 15538 3035 0,'0'0'137'0,"36"-3"45"0,-14 3 60 16,-6 0-147-16,1 0-95 16,-1 0 38-16,3 0-57 0,4-3 19 15,-4-3-442-15,7-1 19 0,-10 2-281 16,0-3-1408-16</inkml:trace>
  <inkml:trace contextRef="#ctx0" brushRef="#br0" timeOffset="11281.72">13837 15586 336 0,'0'0'993'0,"-13"48"-639"0,6-27 33 15,4-8-377-15,3-5-10 0,0-4-241 16,0-2-146-16,0 0-385 0</inkml:trace>
  <inkml:trace contextRef="#ctx0" brushRef="#br0" timeOffset="11710.4">13785 15309 176 0,'0'0'2545'0,"0"0"-2166"0,0 0-152 16,0 0-49-16,42-19 2 0,-19 17 22 15,-1 2-67-15,-2 1-53 0,2 2 18 16,-2 3-100-16,6-1 16 0,-4 2-16 16,-6 0 0-16,10 3 3 15,-10 1-3-15,0 1 0 0,1 3-10 16,-1 1 10-16,-3 2 0 0,-4 2-15 15,-2 0 15-15,-4 2 0 0,0 3-95 16,-3-1 83-16,0-1-68 0,-3 1-297 16,0-3 170-16,-4-3-70 0,1-2-137 15,6-3 272-15,-3-4 42 16,3-3 65-16,0-3 35 0,0-1 35 16,0 1 61-16,0-2 65 0,3-1 64 15,3 0 168-15,4-1-174 0,0-2-89 16,6-1-83-16,-3 2 35 0,-4 1-82 15,1-2-16-15,0 2 16 16,-4 0 0-16,1-3-157 0,-1 3 68 16,-3-1-79-16,4-2-312 0,-4-2 33 15,-3 1-364-15</inkml:trace>
  <inkml:trace contextRef="#ctx0" brushRef="#br0" timeOffset="11828.38">14205 15467 2236 0,'0'0'249'0,"0"0"-136"0,0 0-100 15,0 0-13-15,0 0-23 0,0 0-528 16,0 0-678-16</inkml:trace>
  <inkml:trace contextRef="#ctx0" brushRef="#br0" timeOffset="12020.88">14105 15293 3191 0,'0'0'191'0,"35"0"-35"0,-15-3 33 15,-4 0-88-15,0 1-101 0,0-3 44 16,-3 0-46-16,3 0 2 0,7-2-465 15,-13 2-17-15,6 1-319 0,-7 2-1321 0</inkml:trace>
  <inkml:trace contextRef="#ctx0" brushRef="#br0" timeOffset="14158.07">4276 16491 587 0,'0'0'469'16,"0"0"-264"-16,0 0-149 0,-6 39 35 15,6-11-10-15,-7 6 4 16,4 3 61-16,3 6-71 0,-6 3-20 16,6 3 10-16,0 4-39 0,-7 1-10 15,4-2 4-15,-3 0-20 0,6-4-20 16,-7-3-67-16,7-11 6 15,-3-5-17-15,3-11-71 0,0-4-4 16,0-7-234-16,0-7-476 0</inkml:trace>
  <inkml:trace contextRef="#ctx0" brushRef="#br0" timeOffset="14533.25">4334 16510 1816 0,'0'0'347'0,"0"0"-143"0,0 0-72 16,0 0-96-16,10 40 3 0,6-7 135 16,-6 6-74-16,0-2-43 0,3-5-57 15,-4-5 4-15,7-4 28 16,-6-9-29-16,6-2 42 0,7-5-45 16,-4-7-35-16,-3-3 33 0,1-8-20 15,-1-6-84-15,0-1 45 0,0-2 12 16,-6-1-21-16,3-2 44 15,-4 1 3-15,-2 1-19 0,-4 2 42 16,-3 3 16-16,6 4-16 0,-6 6 20 16,0 1-20-16,0 5-26 0,0 0-6 15,0 2 9-15,0 11 23 16,0 13 61-16,7 5-9 0,-7 10 38 0,0 2 7 16,3 1-30-16,-3 2 7 15,7 0 13-15,-7 2-20 0,9-3-51 16,-2 0-16-16,2-2-19 0,8-6-267 15,-8-14-149-15,-2-3-793 0</inkml:trace>
  <inkml:trace contextRef="#ctx0" brushRef="#br0" timeOffset="15046.67">4893 16731 1413 0,'0'0'696'0,"0"0"-211"0,0 0-285 0,0 0-39 0,0 0-14 15,0 0-73-15,0 0-74 16,0 0-90-16,0 0 3 0,0 0-99 16,-38 44-266-16,28-21 164 0,10-5-43 15,0-2-105-15,0-4 325 0,0 2 27 16,10-4-43-16,-4 0 84 15,10-1 17-15,-6-3 1 0,6 1 23 16,0 0 2-16,0 0 107 0,0 2 30 16,1-2 75-16,-8-1 188 0,7 3-202 15,-6 0-23-15,-3-2 39 16,2 0-107-16,-9 2-4 0,7-4 46 16,-7 0-17-16,0 1 32 0,0 3 116 15,-7 5-70-15,-2 0-67 0,-1 1-61 16,-3-4 28-16,-3-1-47 0,6-3-63 15,-6-2 66-15,6-3-66 0,-6-2-84 16,6-1 21-16,-3-7-219 0,4-7-957 16,-1 4-499-16</inkml:trace>
  <inkml:trace contextRef="#ctx0" brushRef="#br0" timeOffset="15861.68">5649 16628 1520 0,'0'0'549'0,"0"0"-93"16,0 0-191-16,0 0-69 0,0 0 12 15,0 0-93-15,0 0-115 0,0 0-19 16,0 0 19-16,-16 54 19 0,22-20 54 16,-2 2 45-16,2-4-42 0,-6 3-35 15,7-3 73-15,-4-1-36 16,3-1-65-16,-3-3 56 0,4-2-69 16,-7-6-60-16,6-3 45 0,-2-3 15 15,-4-9-124-15,0-1 122 0,0-3-34 16,0 0-72-16,0-4 108 15,0-10 0-15,0-10-98 0,0-10 97 16,0-4-50-16,0-1-109 0,0 2 112 16,0-5-31-16,0-2-149 15,0-4 144-15,6 0-3 0,4-4-55 16,-4 4 142-16,10 3 1 0,-6 8 133 0,6 6 65 16,0 8 0-16,0 9 37 15,1 5-89-15,-1 6-11 0,-7 3-29 16,4 3 10-16,-3 6-67 0,0 3-43 15,-1 3 77-15,-2 6-37 0,-1 1-40 16,-6 0 81-16,0 0-72 0,0 0 15 16,-6 2 31-16,-4 1-62 0,1-2 44 15,-8 2-33-15,-5 0-11 16,6-4-193-16,-1-2 152 0,-2-4-82 16,3 0-243-16,0-6 144 0,3-2-210 15,3-2-882-15,4-2-150 16</inkml:trace>
  <inkml:trace contextRef="#ctx0" brushRef="#br0" timeOffset="16345.56">5978 16853 798 0,'0'0'495'0,"17"41"-40"15,-17-16-127-15,6-5-94 0,-6 1 69 16,0-1-135-16,0-5-7 0,0-4 12 15,-6-3-61-15,6-5-42 0,0-2-41 16,0-1 60-16,0 0-7 0,0-2 36 16,-7-8 2-16,7-7-120 0,-3-5-86 15,-4-4 67-15,7 1 16 16,7 3-54-16,-4-1 29 0,10 3 28 16,-3 1-146-16,6-1 142 0,0 6-24 15,0 0-71-15,-6 5 99 16,6 2-19-16,-6 4-16 0,6 3 35 15,-10 0 6-15,4 2 13 0,-3 6 0 16,-1 1 7-16,-3 5 0 0,4 0 59 16,-4 4-27-16,0-1-52 15,0 2 64-15,-3 1-70 0,10-4 25 16,-3 3 1-16,-7-5-20 0,9-1 3 0,-2-3 64 16,2-2-73-16,8-6 26 15,-11 0-26-15,4-2 0 0,6-3 0 16,-7-6 0-16,-2-1 41 0,3-2-38 15,-4-1 88-15,4-2-56 0,-10-2-13 16,6 1 53-16,-6 1-40 0,0-2-20 16,-6 0 58-16,-4 0-73 15,4-2-204-15,-7 3 87 0,0-1-70 16,-3 4-393-16,6-1 136 0,4 5-132 16,2 4-528-16,4 0 495 0</inkml:trace>
  <inkml:trace contextRef="#ctx0" brushRef="#br0" timeOffset="16751.46">6579 16707 1946 0,'0'0'456'0,"0"0"-94"0,0 0-205 0,0 0 1 0,0 0-8 16,0 0-61-16,0 0-3 0,0 0-3 15,-9 53 63-15,9-29-7 16,0 4 15-16,9 3 19 0,-2 1-73 16,2 5-85-16,-2 5 94 0,9 2-109 15,-6 2 34-15,-4-4-34 16,4 3 0-16,3-3-131 0,-10-4 130 15,7-4-64-15,-10-4-192 0,0-7 235 16,0-7-16-16,0-5-92 0,0-4 128 16,0-5-22-16,0-1-1 15,-10-1 25-15,4-1 0 0,-7-5-118 16,-10-9 116-16,7-3-12 0,0-4-96 0,6-3 109 16,-3 2-14-16,3-5-74 15,4-1 51-15,3-3-170 0,-4-3-517 16,7 6 37-16,0 2-106 0</inkml:trace>
  <inkml:trace contextRef="#ctx0" brushRef="#br0" timeOffset="17063.37">6692 16798 476 0,'0'0'483'0,"0"0"-135"16,33 3 134-16,-17 3-203 0,-7-4-46 15,1 1 58-15,-3-1-146 16,9-2-45-16,-7-5 70 0,8-2-13 15,-11-4 15-15,10-2 32 0,-6 0-46 16,-4 0-67-16,4-1-91 0,-4-2 79 16,-2 6-79-16,-4 3 25 0,0 0 0 15,0 4-25-15,0-1 38 16,-4 0 15-16,-2 2-53 0,3 2 13 16,-10 7-29-16,3 8 16 0,0 3-135 15,4 3 132-15,0 2 3 0,2 3-66 16,-2-1 65-16,6-1 1 0,0 3 0 15,6-1 3-15,-2-2-3 0,8-4-16 16,-2-3-9-16,0-3 25 0,6-4-190 16,0-4-6-16,0-6-191 0,0-1-786 15,1-5-96-15</inkml:trace>
  <inkml:trace contextRef="#ctx0" brushRef="#br0" timeOffset="17509.46">7112 16718 1225 0,'0'0'1280'0,"0"0"-993"0,0 0-120 16,0 0-52-16,-32 43 42 0,29-22 98 16,-4 2-62-16,7 0-61 0,0-1-31 15,0-1 57-15,10 0-52 0,-4-2-100 16,1 1 53-16,2-6-59 0,1-3-151 15,6-7 132-15,0-4-92 0,1-3-210 16,-1-9 242-16,6-7-23 0,-2-4-143 16,2-3 123-16,-2-7-32 0,2-1-238 15,-5-1 233-15,5-2 59 16,-6-1 100-16,-3 1 7 0,0 1 42 16,-3 0 51-16,-4 2-54 0,-3 1-27 15,4 5-19-15,-7 3 23 16,0 8-21-16,0 7 59 0,0 5 107 15,0 4 53-15,0 2 188 0,-7 8-133 16,4 12-257-16,-3 7 22 0,-4 8 32 16,4 3 15-16,2 5 12 0,1 1 73 15,0 3-54-15,-3-3-54 16,6-1 47-16,0-5-112 0,9-7-168 0,-2-3 53 16,-1-7-105-16,-3-7-428 15,4-2 87-15,-1-4-180 0,-3-6-457 16,-3-1 683-16</inkml:trace>
  <inkml:trace contextRef="#ctx0" brushRef="#br0" timeOffset="17667.79">7348 16729 861 0,'0'0'984'0,"0"0"-721"16,0 0 241-16,35-31-223 0,-22 29-70 15,4 1-22-15,-8-1-81 0,1 0-95 16,3-2-13-16,-10 2-108 15,7 1-151-15,-4-2-609 0,-6 0-521 16</inkml:trace>
  <inkml:trace contextRef="#ctx0" brushRef="#br0" timeOffset="17829.55">6847 16473 3474 0,'0'0'386'0,"0"0"-386"16,0 0 0-16,0 0-104 15,0 0-99-15,0 0 181 0,42-33-79 16,-19 24-1215-16,-7-2-666 0</inkml:trace>
  <inkml:trace contextRef="#ctx0" brushRef="#br0" timeOffset="18306.55">8126 16549 2426 0,'0'0'262'0,"0"0"-44"15,0 0 135-15,0 0-57 0,0 0-28 0,0 0-28 16,0 0-112-16,0 0-128 0,0 0-41 15,0 0 4-15,20 11 12 0,-20-8-303 16,6 2 160-16,-3-1-127 0,-3 5-628 16,7-4-457-16</inkml:trace>
  <inkml:trace contextRef="#ctx0" brushRef="#br0" timeOffset="18446.7">8136 16772 2491 0,'0'0'432'0,"0"0"-432"16,0 0-39-16,0 0 20 0,0 0-1 16,0 0-92-16,36-6-869 15,-23-4-666-15</inkml:trace>
  <inkml:trace contextRef="#ctx0" brushRef="#br0" timeOffset="19209.43">9292 16757 1179 0,'0'0'956'0,"0"0"-872"0,0 0-48 0,0 0 106 16,0 0 39-16,0 0-1 0,0 0 20 15,0 41-91-15,-6-32-51 0,6-4-33 16,-7 1 33-16,7-2-20 0,-3 3-9 16,-3-3 66-16,-1-2-12 15,4 0-16-15,-3-2 40 0,6 0-91 16,-4-5 25-16,4-5-41 0,0 0 0 16,0 1 22-16,0 1-6 0,4 0-13 15,2 3 26-15,-3-1 15 16,4 4-44-16,-7 1 28 0,9 1-15 15,-9 0-13-15,7 3 22 0,-7 3 28 16,0-1-9-16,0 6-32 0,0 2 76 16,-7 2-85-16,4-1 26 0,-3-4-68 15,-1-4 14-15,7-2-366 16,0-1 102-16,-9-2-275 0,9 1-1658 16</inkml:trace>
  <inkml:trace contextRef="#ctx0" brushRef="#br0" timeOffset="20116.84">9657 16558 2361 0,'0'0'394'16,"0"0"-262"-16,0 0 79 15,0 0-134-15,0 0-77 0,0 0 22 16,0 0 26-16,0 0-10 0,0 0-9 16,0 0 92-16,46 38-32 0,-34-18-4 15,-5-1 42-15,9-1-52 0,-9 1-43 16,2-5 72-16,-2 0-104 0,-4 0 47 15,3-7-29-15,-6 0-18 0,7-4-3 16,-7 0 3-16,0-2 0 0,3-1-75 16,-3-1 75-16,10-10 0 15,-4-6-47-15,1-7 31 0,2-5 16 16,-2 1-157-16,-1 0 155 0,-2 3-43 16,8 4-56-16,-2 4 98 0,-7 3 3 15,10 4-57-15,-10 3 57 16,4 5 1-16,-1 2 12 0,4 2 113 15,0 9-9-15,6 8-16 0,0 4-7 16,-6 1-85-16,-4-1 23 0,4-1 12 16,-4-3-44-16,4-3 6 15,-10-4-25-15,7-3 19 0,-4-6-185 16,0-1 153-16,0-1-49 0,4-1-176 0,-4-1 178 16,3-5-17-16,1-11-96 15,-1 1 141-15,-2-4-3 0,8 0 5 16,-8 6 49-16,2 3 0 0,-3 2 58 15,-3 6 86-15,0 1 10 0,7 2 46 16,-7 0-45-16,0 5-25 0,6 9 8 16,-2 6-5-16,2 5-111 15,4 2 27-15,-4-2-30 0,-3-5-19 16,4-3-107-16,-1 1 47 0,4-5-128 16,-10-1-438-16,10-7-7 0,-7 1-768 0</inkml:trace>
  <inkml:trace contextRef="#ctx0" brushRef="#br0" timeOffset="20564.18">10313 16536 1926 0,'0'0'525'0,"0"0"-386"0,16 44 45 0,-16-19 197 16,7 7-8-16,-4 0-85 0,-3 6 39 15,3-1-113-15,-3 5-80 0,0-2-97 16,3 0 83-16,-3-5-120 0,7-1-31 16,-4-4-9-16,3-6 40 15,-6-5-239-15,0-8 237 0,7-4-21 16,-7-4-64-16,0-2 87 0,0-1 0 16,0-3 34-16,-7-8-46 0,7-10 12 15,-6-6-56-15,-4-4 56 16,10-1 0-16,-6 1-70 0,-4-4 39 15,10-3 28-15,0-2-155 0,0 0 142 16,7 3 16-16,2 5-47 0,1 5 47 16,-4 3 44-16,11 5 44 15,-1 5 88-15,-7 4-55 0,8 5-93 16,-1 3 100-16,-7 2-54 0,4 5-50 16,-3 3 143-16,0 3-78 0,3 5-77 15,-4-3 114-15,-2 4-126 0,-4-1 61 16,-3 0-12-16,0 1-49 0,0 2 43 15,-6 1-25-15,-4 1-18 0,0 1-82 16,-6-1 45-16,0 0 12 0,0-5-312 16,0 0 226-16,-1-3-165 15,8-8-664-15,2-1 124 0,1-4-769 0</inkml:trace>
  <inkml:trace contextRef="#ctx0" brushRef="#br0" timeOffset="21017.53">10659 16638 708 0,'0'0'1404'0,"0"0"-1145"0,42 54 283 0,-36-29-286 15,7 2-33-15,-10 5 66 16,4 1-87-16,-4-2-58 0,0 0-30 0,0 1 26 16,-3-1-140-16,0-3 62 15,0-1-46-15,0-4-16 0,0-9 9 16,-3-2-9-16,3-6 0 0,0-4-19 15,-3 0 19-15,3-2 0 0,-3-2-53 16,-4-11 53-16,1-6 0 0,-4-6-59 16,7-4 59-16,-4-1 0 15,1-1-47-15,6-4 47 0,0-4 0 16,0-1-41-16,10-3 41 0,-4 4 19 16,10-1 6-16,-3 5 133 0,0 6-49 15,3 5 2-15,0 5 92 16,0 3-157-16,1 6 7 0,-4 5 23 15,-1 3-51-15,5 2 20 0,-4 3 50 16,-1 6-83-16,-5 0 49 0,9 4 0 16,-6 1-61-16,-4 3 46 15,1 1-37-15,-4 2-9 0,-3-1 24 0,-3 0-24 16,-4 2 0-16,-2 1-24 0,-1-2 24 16,-3 3 0-16,-3-4-88 15,-4-2 48-15,-2 0 40 0,2-3-318 16,1-2 238-16,0-7-144 0,-4-4-617 15,7-2 137-15,6-3-586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1:40:56.25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8885 8212 684 0,'0'0'502'0,"0"0"-203"16,0 0-13-16,0 0 107 0,0 0-215 15,0 0-146-15,0 0 362 0,-3-33-265 16,-3 30-46-16,-1 1 30 0,7-1-2 15,-9 3-12-15,2 0-44 16,-6 8 11-16,0 2-66 0,-3 2 29 16,6 3-23-16,-6 6-6 0,7 1-15 15,-4 7 15-15,3 1 0 0,0 9 0 16,1 6 4-16,-4 2 12 0,9 5-10 16,-2 2 54-16,0 2-60 0,6 0 26 15,0-9-11-15</inkml:trace>
  <inkml:trace contextRef="#ctx0" brushRef="#br0" timeOffset="2248.73">9231 8363 293 0,'0'0'1101'15,"0"0"-1000"-15,0 0 39 0,0 0 3 16,0 0-109-16,0 0-33 0,0 0 29 16,0 0 67-16,0 0 52 0</inkml:trace>
  <inkml:trace contextRef="#ctx0" brushRef="#br0" timeOffset="4204.57">9305 8269 245 0,'0'0'153'0,"0"0"-19"0,0 0-134 16,0 0 16-16,0 0-16 15,0 0 23-15,-35-3 74 0,28 3 177 16,7 0-124-16,-9 0-42 0,9 0 74 16,0 0-84-16,-4 0-14 0,4 0 24 15,-3 0-89-15,3 0-19 0,0-1 0 16,0-1 33-16,0 2 64 0,0-1 121 16,0 0-79-16,0 1 7 15,0 0 115-15,0 0-96 0,0-1-7 16,0 1 47-16,0 0-55 0,-3 0-42 15,3 0-15-15,0 0 21 0,0 0-67 16,0 1-28-16,0 6 10 0,0 3-29 16,0 5 16-16,0 6 15 0,0 2-31 15,0 1 32-15,0-1-7 16,0 5-25-16,0-3 12 0,3 1-12 16,-3-2 0-16,3-2-19 0,-3-1 19 15,4-2 0-15,-4-4-116 0,0-2 75 16,6-3-54-16,-3-1-109 15,-3-6 166-15,7 0-13 0,-7 2-84 16,6-3 110-16,-3 0-55 0,-3-2-168 16,7 0 90-16,-7 0 16 0,10-1-52 15,-10-3-33-15,6-3-280 0,-3 4-493 16</inkml:trace>
  <inkml:trace contextRef="#ctx0" brushRef="#br0" timeOffset="4682.93">9428 8342 55 0,'0'0'1339'0,"0"0"-770"0,0 0-407 0,0 0-68 15,0 0 36-15,0 0-50 0,0 0-9 0,0 0-45 16,0 0 32-16,0 0 42 15,6 21 132-15,1-1-75 0,-4 3-48 16,4-1-64-16,-1-2 9 0,-3-2-54 16,4 1 10-16,2-5-10 15,-9-4 0-15,7-3-79 0,-1-4 76 16,-2-2-20-16,-4-1-34 0,9-2 57 16,-2-8 35-16,9-9 16 0,0-5 42 15,0-5-36-15,7-1-54 0,-10 0 35 16,0 3-38-16,-4 0-91 15,7 1 50-15,-6 7-87 0,-3 0-232 16,2 7 67-16,-9 3-79 0,0 5-356 16,0 3 409-16,0 1-72 0</inkml:trace>
  <inkml:trace contextRef="#ctx0" brushRef="#br0" timeOffset="4881.29">9557 8420 1047 0,'0'0'335'0,"0"0"78"15,10 43 109-15,-4-31-289 0,4 0 25 16,-3-1 56-16,2-1-132 16,4 0-73-16,0-4-62 0,0 1 14 15,-3-4-61-15,6 1-108 0,-7-4 85 16,8 0-69-16,-4-5-193 0,-1-1 167 16,-5-4-69-16,9-7-590 0,-9 6-206 15,-4-3 35-15</inkml:trace>
  <inkml:trace contextRef="#ctx0" brushRef="#br0" timeOffset="5214.25">9812 8323 924 0,'0'0'348'0,"7"41"-126"16,-7-17 217-16,0-3-274 0,3-1-22 15,-3-2 31-15,3-4-86 0,1-6-46 16,2-2 10-16,4 1-48 0,-4-5 12 15,4-1-7-15,-1-2 8 0,-2-9 12 16,3-1-10-16,6-4 16 0,-7-2-31 16,-2 2-4-16,-1 1-33 15,-2-2-80-15,-1 4-187 0,0 3-24 16,-3 3-89-16,0-1-190 0,0 5 401 16,0 2 189-16,-3 0 13 0,0 3 111 15,-7 9 121-15,7 5 223 0,-1 6-117 16,-5 2-13-16,9 4 95 15,0-3-210-15,0 1-18 0,0 1 74 16,6-3-85-16,1 0-92 0,2-3-79 16,1-2-20-16,6-4-69 0,0-1-349 15,1-2 145-15,-8-7-126 0,4-1-1162 16,-3-5 793-16</inkml:trace>
  <inkml:trace contextRef="#ctx0" brushRef="#br0" timeOffset="5480.98">10132 8446 1380 0,'0'0'1077'0,"-19"43"-947"15,6-16-50-15,13-2 29 0,-3 1-13 16,-1-1-9-16,4 1-29 15,4-1-28-15,-1-2-30 0,3-2-58 16,4-4 58-16,0-2-35 0,-4-3-144 16,10-6 92-16,0-1 45 0,1-4 32 15,-1-1 10-15,-7-4 16 0,8-2-16 16,-1-5-71-16,-7 1-213 0,-2-2-912 16,3 1 95-16</inkml:trace>
  <inkml:trace contextRef="#ctx0" brushRef="#br0" timeOffset="5650.52">10248 8585 1227 0,'0'0'289'0,"0"0"-270"15,0 0-19-15,0 0-300 16,0 0-149-16,0 0-233 0</inkml:trace>
  <inkml:trace contextRef="#ctx0" brushRef="#br0" timeOffset="5838.01">10171 8354 342 0,'0'0'1868'0,"0"0"-1589"15,0 0-179-15,0 0-49 0,42 15 7 16,-23-11-29-16,4-1 0 0,-1 1-29 16,-2-2-290-16,2-1-687 0,-2-1-411 15</inkml:trace>
  <inkml:trace contextRef="#ctx0" brushRef="#br0" timeOffset="6782.69">10975 8384 249 0,'0'0'1080'16,"0"0"-690"-16,0 0 123 15,0 0-364-15,0 0 3 0,0 0 112 16,0 0-116-16,0 0-45 0,0 0-20 16,0 0 3-16,3-22-32 0,4 28-18 15,-7 6 81-15,-7 11 29 0,7 4 38 16,-6 6-49-16,-4-2-122 0,7-5 27 16,-3-2-24-16,-1-5-16 0,7-6-167 15,0-4 111-15,0-5-77 16,0-2-217-16,0 2 162 0,0-4-66 15,0-1-17-15,7-10 232 0,2-7-32 16,1-4-142-16,-4-3 80 0,1 1 26 16,-1 3-30-16,-3 0 106 0,-3-1 31 15,10 5 0-15,-7 0-8 16,1 5 7-16,2 7 1 0,-6-1 39 16,3 4 36-16,1 1 139 0,-1 1-104 15,-3 0-16-15,9 4 123 0,-2 7-11 16,3 10 0-16,-4 1-1 15,4 1-100-15,-1-4-41 0,-2-3-42 16,6-4 33-16,-3-1-55 0,-1-3 12 16,7-5-12-16,-6-2 0 0,3-1 3 15,-3-3 20-15,-1-7 15 0,4-1-19 16,0-3 57-16,-6-4-76 0,6 0-19 16,-10 0 6-16,10-3-91 0,-10 4-292 15,3-3 84-15,-2 1-117 16,-4 4-621-16,0 2 467 0,0 3-27 0</inkml:trace>
  <inkml:trace contextRef="#ctx0" brushRef="#br0" timeOffset="7105.65">11279 8326 189 0,'0'0'711'0,"-7"43"-418"16,7-19 39-16,-6-2 214 0,6 3-293 16,0 1-43-16,6 1 77 0,-3-2-123 15,4-3-55-15,9-6-49 0,0-3 23 16,0-3-25-16,1-4-55 15,5-6 32-15,-2 0-35 0,5-8 3 16,-5-3-3-16,-1-2 0 0,-9-3 1 16,6-2 6-16,-3-2-7 0,-10 3 2 15,4-3 14-15,-7 0-16 0,-7 3-74 16,4-2 62-16,-10-1-11 0,-3 5-44 16,0-2 66-16,-4 3-59 0,-2 3-88 15,6 5 132-15,-1 3 13 0,11 3 3 16,-4 0 64-16,10 6 19 15,-9 6 106-15,9 3-62 0,0 6-54 16,0 3-22-16,6 0 53 0,-3 0-31 16,10-1-63-16,0-3 53 0,0-1-63 15,3-1-75-15,0-5 74 16,4-1-137-16,-4-5-343 0,0 0 176 16,0-5-244-16,-3-2-1554 0</inkml:trace>
  <inkml:trace contextRef="#ctx0" brushRef="#br0" timeOffset="7528.88">11631 8354 1640 0,'0'0'646'0,"0"37"-371"0,0-18-40 16,0 1 48-16,0-2-136 0,3-3-147 15,-3-2 0-15,6-2-48 0,-2-4-186 16,-4-4-337-16,0-1 195 0,6-1-82 16,-6-2-86-16,7-5 440 15,-4-11 49-15,-3 0-76 0,10-4-9 16,-10 0-7-16,3 1 72 0,-3-1 75 16,3 1 56-16,3 1 48 0,4-1 1 15,0 5 51-15,3 1 131 0,-4 3-212 16,1 3 91-16,3 4 286 15,-3 4-267-15,-1 0 7 0,-2 7 157 16,3 5-132-16,-4 6 30 0,-3 3 118 16,4 2-123-16,-7 2-74 0,0 0-36 15,-3 1 31-15,-4-2-65 0,1-3-92 16,-1 0 57-16,-3-2-63 16,1-2-38-16,-7-1 38 0,6-2 0 0,-3-3-126 15,0 1 107-15,-3-3-59 16,3-3-218-16,3-1 89 0,1-5-150 15,-4 0-1024-15,3-2-288 0</inkml:trace>
  <inkml:trace contextRef="#ctx0" brushRef="#br0" timeOffset="8216.33">12012 8353 800 0,'0'0'463'0,"0"0"-96"0,0 0 273 0,0 0-407 15,0 0-17-15,0 0 54 16,0 0-164-16,0 0-106 0,0 0 19 15,0 27 77-15,6-3 25 0,1 2 35 16,3 2-10-16,-1-1-42 0,1-3-73 16,-4 2 51-16,4-1-82 0,0-5 19 15,-4-3-19-15,7-3 0 0,-10-6-106 16,7-5 94-16,-7 0-4 0,0-3-92 16,-3 0 108-16,13-5 0 0,-3-8 13 15,3-6-13-15,0-4 0 16,-3 1-133-16,6-1 120 0,-7 1-38 15,-2 2-111-15,6 4 133 0,0 1-22 16,0 4-49-16,-4 2 98 0,1 2-9 16,-10 3-30-16,10 3 39 0,-7 1 2 15,0 1 0-15,-3 5 10 16,10 7 51-16,-7 6 16 0,-3 4 25 16,0 4-23-16,0-3-12 0,0-2 35 15,-3-4-45-15,3 1-51 16,3-2 54-16,0-3-60 0,4-4-44 15,-1-3 41-15,4-4 3 0,0 0-60 16,-1-2 60-16,4-1 0 0,-3-6-80 16,0-1 55-16,-4-2-64 0,1-1-192 15,-4-3 56-15,-3 1-181 0,0-5-629 16,0 7 334-16,-3-3-16 0</inkml:trace>
  <inkml:trace contextRef="#ctx0" brushRef="#br0" timeOffset="8390.2">12316 8471 1614 0,'0'0'500'0,"0"0"-60"0,0 0-227 0,0 0-17 16,35 37 37-16,-19-29-112 0,0-4-86 15,-3-4-16-15,3 0 7 16,-6-2-26-16,0-1-185 0,-4-3 18 16,-6 1-73-16,10-4-306 0,-10-2-15 15,6-4 4-15,-6 4-551 16</inkml:trace>
  <inkml:trace contextRef="#ctx0" brushRef="#br0" timeOffset="8767.1">12461 8343 746 0,'0'0'257'0,"45"-5"62"0,-26 5 182 16,1 0-235-16,-4 0 3 0,0 1 25 15,-6 2-220-15,0 1-35 16,-4 0-26-16,-6 5 32 0,0 1 0 15,0 4 32-15,0 6 6 0,0 1-28 16,-10-5-49-16,1 2 39 0,-4-4-45 16,6-1-35-16,-2-2 16 0,5-3-42 15,-2-4-97-15,-1 0 97 16,4 0-13-16,-3-2-97 0,2-2-19 16,-2 0-11-16,0-9-104 0,6 1 97 15,6-4 52-15,4 1 52 16,6 5 81-16,0 4-6 0,0 2 29 15,0 4 56-15,0 6 55 0,1 1 373 16,2 2-247-16,-6-1-101 0,3 0 12 16,0-4-28-16,-3 1-4 0,3-6-7 15,-9-1-29-15,9-2-25 0,-6-1-23 16,-1-6 26-16,-2-1-20 0,2-4-19 16,-2-1 23-16,-7-2-42 15,10 1-83-15,-10-4 25 0,3 4-77 16,-3-1-436-16,0-1 30 0,0 4-94 15</inkml:trace>
  <inkml:trace contextRef="#ctx0" brushRef="#br0" timeOffset="9156.44">12881 8441 1925 0,'0'0'360'15,"0"52"-134"-15,0-27-23 16,0-8-87-16,0 1-16 0,0-5-78 15,-7-1-22-15,7-4 0 0,0-5-197 16,0-1 136-16,0-1 3 0,0-1-40 16,0-1 43-16,0-7-29 0,0-10-42 15,0-2 55-15,7-3-10 0,-4-1-169 16,0 0-30-16,0 1 46 0,7-1-85 16,-3 0 192-16,9 2-20 0,0 5 17 15,0 4 130-15,0 7 215 16,0 1 553-16,0 5-313 0,-6 8-44 15,6 4 92-15,0 3-251 0,-6 6-60 16,6 0 1-16,-6 3-44 0,-4 1-49 16,-6 1-40-16,7-3 53 0,-4-4-113 15,-3 2 54-15,-3 0-32 16,-4-6-22-16,1 2 31 0,-4-5 3 16,1-2-21-16,-1-4 21 0,-3 0 19 15,3-4-53-15,7-2-121 16,-3-2 80-16,-1-8-123 0,4-3-420 15,-4-8 52-15,1-3-266 0,3 4-1159 16</inkml:trace>
  <inkml:trace contextRef="#ctx0" brushRef="#br0" timeOffset="9363.04">13246 8335 1854 0,'0'0'531'0,"0"0"-169"16,16 38-6-16,-13-15-113 0,-3-1 8 15,-3 1 33-15,3 1-134 0,-3-1-150 16,-4-2 58-16,7-1-59 0,0-4 1 16,0-1-218-16,0-7 165 15,0 0-48-15,0-5-200 0,0-2 97 16,7 0-133-16,-4-1-496 0,3-2-143 16,1-9-89-16</inkml:trace>
  <inkml:trace contextRef="#ctx0" brushRef="#br0" timeOffset="9762.65">13375 8421 1250 0,'0'0'971'15,"0"41"-706"-15,0-19-3 0,0-2 193 16,0-1-181-16,0-1-77 0,10-3-128 16,-4-4-6-16,4-1-63 0,3-4-15 15,0-3 15-15,3-3 0 16,-3-1 26-16,3-6 15 0,0 0-41 15,0-2 31-15,-6-2-31 0,6 3 0 16,-10-1-20-16,-2 2 20 0,2-1 0 16,-6-3-82-16,3 4 81 15,-3 3-84-15,-9 1-187 0,9 1 243 16,-10-1 28-16,3 2-6 0,-2 1 7 16,6 0 70-16,-1 4 41 0,1-1-16 15,3-1-95-15,0 1-132 16,3 1 132-16,4-3-16 0,12-1 16 15,1-2 19-15,-1-3-19 0,-3 4 25 16,0 1-16-16,4 0-9 0,-7 8 16 16,-4-1 3-16,7 4 16 0,-6 3-29 15,-3-1 70-15,2 1-60 0,-2-1 16 16,-7 0 2-16,9-2-34 0,-5-2-329 16,-1-2-60-16,-3-4-303 15,6-2-1632-15</inkml:trace>
  <inkml:trace contextRef="#ctx0" brushRef="#br0" timeOffset="10512.21">14428 8383 238 0,'0'0'717'0,"0"0"-264"0,0 0 93 0,0 0-371 16,0 0-3-16,0 0 122 0,0 0-72 15,0 0 42-15,32 45 128 16,-25-21-142-16,-1-3-70 0,1-2-96 15,-4-3 8-15,6-4-92 0,-2-3-9 16,-7-5 9-16,10 0 0 0,-4-2-60 16,-3-1 48-16,4-1 12 0,-1 0-50 15,4-7 50-15,-4-6 0 0,4-8 22 16,3-2-19-16,-3-1-3 0,-1 0-16 16,1 1 16-16,0 1 0 15,-1 1-113-15,1 4 97 0,0 2 16 16,-1 4-75-16,-2 6 73 0,-1 2 2 15,-2 3-60-15,-4 0 60 0,9 8 25 16,-2 12-19-16,2 4 111 0,-2 5-39 16,-7-4-68-16,6-5 62 0,-2-5-72 15,-1-4 0-15,0-4 0 16,0-3 0-16,1-3-93 0,-1 0 77 16,-3-1 0-16,9-1-91 0,-2-8 107 15,9-5 0-15,0-5-44 16,-3 0 19-16,-3 0 16 0,0 1-77 15,-1 2 86-15,1 3 0 0,-4 2-13 16,-6 4 1-16,10 3 12 0,-7 4 0 16,1 0 6-16,-4 8 89 0,9 6 44 15,-6 7 27-15,-3 3-49 0,4 0-51 16,-4-1 52-16,0-2-118 0,0-5-6 16,9 2-35-16,-5-6 16 0,5 0-489 15,1-5 140-15,0-4-177 16,-4-3-977-16</inkml:trace>
  <inkml:trace contextRef="#ctx0" brushRef="#br0" timeOffset="10793.38">15080 8349 1256 0,'0'0'1076'0,"0"0"-798"0,0 0 79 16,-32 50-180-16,26-32 14 0,6 2 73 16,-4 1-97-16,4-2-88 0,0 2-66 15,4-1 22-15,5-4-35 0,-2 0-82 16,6-4 64-16,0-3 18 0,3-1-108 16,3-3 96-16,-6-3 12 0,3-2-118 15,0 0 115-15,-3-5-26 16,0 0-168-16,-3-3 79 0,-1 0-116 15,-5-2-269-15,-1-2 79 0,0 1-164 16,-3 2-425-16</inkml:trace>
  <inkml:trace contextRef="#ctx0" brushRef="#br0" timeOffset="10933.97">15132 8436 1974 0,'0'0'97'0,"0"0"42"0,0 0 136 15,39 11-129-15,-23-11-50 0,-3-5-15 16,0-1-33-16,-4-4-48 0,1-2-183 16,-3 0-225-16,-7 2-416 0</inkml:trace>
  <inkml:trace contextRef="#ctx0" brushRef="#br0" timeOffset="11346.2">15261 8323 85 0,'0'0'117'0,"0"0"157"0,0 0 20 0,39 46 9 16,-33-32 299-16,1 4-281 15,-4-2-6-15,0-1 18 0,1 2-250 16,-4-4-41-16,3-1-42 0,-3-2 0 16,0-5-9-16,0 0-153 0,0-3 78 15,0-1-12-15,0-1-70 16,-3 0 89-16,3-3-11 0,0-6-48 15,0-4 136-15,0-4 30 0,3 0 25 16,0-4-16-16,7 1 16 0,-4-2-26 16,10 0-29-16,0 3-23 0,4-1 23 15,2 6 101-15,1 2 97 0,-4 6 179 16,1 6-98-16,-4 1-14 0,-3 8-39 16,0 3-77-16,-4 2-23 15,1 5-1-15,-10 0 45 0,7 4-39 0,-4 1-26 16,-3 0 78-16,-3-3-115 15,-4 1-34-15,-3-3 46 0,1 0-80 16,-4-1 46-16,0-3-15 0,0-1-31 16,-3-2 15-16,0-3-27 15,6-2 12-15,0-4-219 0,4-1 136 16,-1-2-181-16,1-1-637 0,3-2-134 16,-4-7-707-16</inkml:trace>
  <inkml:trace contextRef="#ctx0" brushRef="#br0" timeOffset="11961.98">16576 8227 1756 0,'0'0'325'0,"0"0"-21"15,0 0-49-15,0 0-145 0,0 0-4 16,0 0 13-16,0 0-45 0,0 0-10 16,0 0 127-16,3 47 45 15,-6-19-46-15,3 0-2 0,0 1-39 16,0-3-99-16,0 2-25 0,0-3 34 16,3 0-59-16,3-3-19 0,4-4 19 15,0-4 0-15,3-4-90 16,0-5 62-16,3-2 21 0,0-3-113 15,-3-2 98-15,0-3 16 0,0-5-189 16,-7 0 119-16,10-1-86 0,-9 0-336 16,-4-3 147-16,0 1-130 0,-6-3-596 15,-7 5 279-15</inkml:trace>
  <inkml:trace contextRef="#ctx0" brushRef="#br0" timeOffset="12639.79">16589 8365 1603 0,'0'0'815'0,"0"0"-599"0,0 0-116 16,0 0 74-16,0 0 8 0,45 15-44 16,-29-15-52-16,0 0-22 15,-3-1-64-15,0-3-19 0,-7 2 19 16,1 0-131-16,-7-3-321 0,3 1 200 16,-3-2 0-16,0-1-319 0,0-2 167 15,-3 0 49-15,-7-3-297 16,-6 2 362-16,3 1 290 0,3 0 0 15,1 3 320-15,2 2-37 0,1 1 99 16,6-1-197-16,0 1 4 0,0-2-132 16,16-3-54-16,0-2-3 0,10 2 153 15,0-1-59-15,-4 1-26 0,8 2 7 16,-8 2-10-16,1 2-19 0,-1 2 15 16,-2 0-39-16,-4 3-21 15,-3 4 4-15,-4 3 8 0,-2 2 17 16,-4 1 141-16,0 4 11 0,-3 3-21 15,0 4 55-15,-6-1-100 0,3 3-36 16,-4-1 10-16,4-3 12 0,3-2-31 16,0-1-27-16,0-6 30 15,0-3-74-15,3-2-7 0,7-5 6 16,-4-2 1-16,7-1 0 0,0-2 10 16,3-6 15-16,-6-2-19 0,3 1 39 15,-3-3-45-15,-4-2-13 16,1 2 13-16,-4-1-54 0,-3 1-74 15,0 1 126-15,-3 4 2 0,-1 2 0 16,-2 1 28-16,-1-2 11 0,-2 4-20 16,-1-2 63-16,4 4-12 0,2 0 19 15,4 0 3-15,-3 0-92 0,3 0-130 16,0-2 86-16,7 0-29 0,9-2 25 16,3-3 48-16,1 2 0 0,-1-1 13 15,-3 2-13-15,0 2 0 16,0 2 1-16,-3 0 8 0,-3 3 10 15,-4 1-12-15,1 1 66 0,-4-2-19 16,0 4-19-16,4-2 66 0,-4 4-41 16,3 0-57-16,-6-2 85 15,0 1-82-15,0 1 29 0,0-1-3 16,0-3-32-16,0 2-136 0,0-3 32 16,0 0-102-16,0 1-398 0,0-4 110 15,0-1-262-15</inkml:trace>
  <inkml:trace contextRef="#ctx0" brushRef="#br0" timeOffset="12982.29">17302 8296 153 0,'0'0'1574'0,"0"0"-806"0,0 0-549 16,0 0-45-16,-45 47 75 0,42-29-48 16,-3 1-51-16,-1-2-42 0,7 2-20 15,0-2-69-15,0 1 7 16,7-6-1-16,-1 0-25 0,-3 0-120 15,10-3 119-15,-6-2-63 0,2-2-93 16,4-4 156-16,-3 2-21 0,-4-3-86 16,11-3 92-16,-8 0-6 0,-2-4-96 15,-1 3-30-15,1-3-135 0,-4 1-555 16,0-2 21-16</inkml:trace>
  <inkml:trace contextRef="#ctx0" brushRef="#br0" timeOffset="13153.84">17299 8385 1320 0,'0'0'1189'15,"0"0"-854"-15,0 0-161 0,0 0-120 16,0 0-6-16,0 0-29 0,0 0 17 16,0 0-36-16,0 0-42 0,33 30-73 15,-24-36-226-15,-2 1-868 16,-7-2-61-16</inkml:trace>
  <inkml:trace contextRef="#ctx0" brushRef="#br0" timeOffset="13605.11">17406 8266 1261 0,'0'0'238'0,"0"0"-36"15,0 0 132-15,45-19-65 0,-35 16-7 16,-4 3-27-16,1 0-170 0,-4 1-39 15,3 4-26-15,-2 5 51 0,-1 7 7 16,-3 0 67-16,-3 3 6 0,-1 0-55 16,-2-6-12-16,-1 1 38 15,1-3-64-15,-4-2-13 0,10-2 0 16,-3-4-25-16,0 0-120 0,0-2 5 16,-4-1-38-16,7-1-120 0,-3-2 131 15,3-7-109-15,0-5-238 16,0-4 275-16,3 2 51 0,4 0 1 15,-1 4 145-15,4 4 1 0,-4 3 16 16,1 3 163-16,2 2 38 0,4 3 127 16,3 7-88-16,-3 5 44 0,0 2 18 15,3 2-148-15,1-1-30 0,2 1-9 16,-6-4-29-16,13-2-58 0,-4-4-15 16,-2-3 35-16,-1-5-17 0,0-1-28 15,-2-3 70-15,-5-3-41 16,-2-2-29-16,0-1 76 0,-7-3-48 15,4 0-18-15,-7 0 63 0,0-2-64 16,-4 0 23-16,-2-4-29 0,-1 2-6 16,-2-4-265-16,2 0 50 15,-2 2-94-15,9 2-395 0,-4 6-75 16,4 4-319-16</inkml:trace>
  <inkml:trace contextRef="#ctx0" brushRef="#br0" timeOffset="14339.85">18349 8200 952 0,'0'0'375'16,"0"0"-105"-16,0 0 6 0,0 0 68 15,39 4-137-15,-30 8-20 0,1 7 94 16,6 5-105-16,0 5-32 0,-9-2 25 16,-4-1-20-16,4 1-51 0,-4-3-75 15,0-1 40-15,0-2-63 16,-3-5-67-16,0-5 29 0,0-2-95 15,0-6-230-15,0-2 209 0,0-1 0 16,-3 0-156-16,-3-3 19 0,-1-7-336 16,-6-4-383-16,0 1 469 15</inkml:trace>
  <inkml:trace contextRef="#ctx0" brushRef="#br0" timeOffset="14523.77">18346 8237 1691 0,'0'0'409'0,"35"-3"2"16,-9 2-159-16,-3 1-43 0,6 0 44 16,0 0-94-16,-3 0-38 0,6 0-45 15,-3 2 22-15,-3-2-98 0,-7 2 32 16,1-1-67-16,-7 1 35 0,-4 1-235 16,-6-2 108-16,1 2-93 0,-4-1-531 15,0 1-34-15,-7 3-330 0</inkml:trace>
  <inkml:trace contextRef="#ctx0" brushRef="#br0" timeOffset="14669">18330 8348 1715 0,'0'0'503'0,"0"0"-370"0,35 9 270 0,-12-5-223 15,-4-1-45-15,7 1-29 16,0-2-46-16,0-1-60 0,-4-1-35 15,1 0-58-15,3 0-128 0,-4-5-411 16,-2 0-112-16,-7 3-28 0</inkml:trace>
  <inkml:trace contextRef="#ctx0" brushRef="#br0" timeOffset="14826.1">18737 8288 283 0,'0'0'1413'0,"0"0"-1013"16,0 0-138-16,0 0-197 0,0 0 109 15,-10 46 148-15,10-29-209 0,-3 1-97 16,3-4-16-16,0-1-1 16,0-4-128-16,0-4-296 0,0 0 114 15,3-4-241-15,-3 0-832 0</inkml:trace>
  <inkml:trace contextRef="#ctx0" brushRef="#br0" timeOffset="15060.89">18908 8271 1329 0,'0'0'465'0,"0"38"-95"0,0-15 76 16,6-1-275-16,-6-1-23 0,0 0-52 16,0-1-51-16,0-3-45 0,3 1-34 15,1-6 33-15,-1-1-33 16,-3-3-130-16,0-5 119 0,6-1 6 15,1-2-9-15,-4 0 48 0,7 0 0 16,3-5-108-16,-4-4-419 16,1-2-596-16</inkml:trace>
  <inkml:trace contextRef="#ctx0" brushRef="#br0" timeOffset="16359.46">19424 8303 2308 0,'0'0'281'0,"0"0"-4"15,0 0 2-15,0 0-164 0,0 0-106 16,0 0-5-16,0 0-4 0,36 2 31 16,-13 0-8-16,2-2 21 15,5 1-44-15,-1 0-87 0,0-1-31 16,0 0-135-16,-7 0-915 0,-6-3-337 0</inkml:trace>
  <inkml:trace contextRef="#ctx0" brushRef="#br0" timeOffset="20889.8">20242 8164 388 0,'0'0'323'0,"0"0"390"0,0 0-303 15,0 0 135-15,0 0-300 0,19-34-26 16,-16 27 92-16,0 0-135 0,1 1-46 16,-4 0-15-16,0 1 30 15,3 1-32-15,-3-2-28 0,0 4 44 16,-3-1-72-16,-1-3-47 0,-5 6 71 16,-4 1-81-16,-3 7-103 0,0 0 84 15,-1 1 19-15,1 3-134 16,3-1 132-16,0 2-30 0,4-1-129 15,-1 0 146-15,7 0-52 0,-4-2-110 16,7-1 142-16,0-1-38 0,0 0-93 16,10-3 134-16,0 2-26 0,3-1-54 15,6 0 112-15,0 0 0 0,1-2-8 16,-1-1 8-16,1 3 0 0,-4 0 3 16,0 3 26-16,-3-3 44 0,-10 0 1 15,7 3 6-15,-7 1-42 16,0-1-35-16,0 4 70 0,-3-1-9 15,-6-3 22-15,3 0 50 0,-7 2-26 16,0-2-34-16,1 0 53 0,-4-2-88 16,-3 1-13-16,3-2 17 15,-4-2-45-15,5-4-19 0,-5 0-17 16,11 0 18-16,-4 0-272 0,4-4 180 16,3-6-87-16,-4-6-382 15,4 0 50-15,0-1-283 0</inkml:trace>
  <inkml:trace contextRef="#ctx0" brushRef="#br0" timeOffset="21307.01">20319 8129 1212 0,'0'0'306'0,"0"0"-11"0,0 0 114 0,0 0-205 0,0 0-49 0,0 0-42 16,32-13-52-16,-25 20 13 0,-1 6 42 15,1 3-10-15,-1 0-32 16,4 0-1-16,-4 0 7 0,1-2-26 15,-1 1-16-15,1 0 26 0,-1-4-64 16,1-1 28-16,-4-3-28 0,3-2 0 16,-6-3 13-16,4 0-6 15,-1-1-7-15,3-1 22 0,-2 0 29 16,2-3-23-16,0-6-15 0,1-5 47 16,6-1-60-16,-7-2 25 0,4 4-25 15,-4-3 0-15,-2 3-89 16,2 0 23-16,-3 3-118 0,1 5-147 15,-1 1 251-15,-3 2 13 0,3 1-46 16,-3 1 113-16,0 0-3 0,-3 3-72 16,0 5 75-16,-4 5 19 0,4 4 132 15,0-1-22-15,3 3-17 0,-4-2 22 16,4 1-35-16,0 1-26 0,4-3-38 16,-1 2 39-16,0-4-74 0,4-1 0 15,-1-3-20-15,-3-4 20 16,4-1-181-16,-4-3 37 0,3 0-54 15,1-2-395-15,-4 1-63 0,4-4-119 16</inkml:trace>
  <inkml:trace contextRef="#ctx0" brushRef="#br0" timeOffset="21816.29">20642 8204 954 0,'0'0'495'16,"0"0"51"-16,3 50-283 0,-3-33-27 0,0 1 48 16,4-2-104-16,-1-1-62 0,-3 1-76 15,6-3-7-15,-2-1-35 0,-4-4-16 16,3-4 16-16,-3-2-73 0,0 0-162 16,0-2 235-16,0 0 29 0,0-5 7 15,0-6-1-15,0-7-3 16,0-1 16-16,0-2 32 0,0-1-13 15,3 1 45-15,0-1-3 16,4-1-109-16,2 0 12 0,1 1-12 0,6 2 1 16,0 3 15-16,-3 3 89 15,3 2-26-15,-3 4 57 0,0 2 50 16,0 3-73-16,-6 2-62 0,-1 1 71 16,-3 0-103-16,1 0 24 0,-1 3-5 15,0 3-38-15,-3 4 24 16,-3 3-11-16,-4 0-13 0,-6 3 6 15,0-1-7-15,-3-1 1 0,0-2-190 16,0 1 174-16,3 3-75 0,0-4-201 16,4 1 203-16,2-4-12 0,7-3-26 15,0 4 124-15,0-3 3 0,0-2-48 16,7 5 48-16,2-2 0 16,4 1 13-16,3 1 25 0,0 0 38 15,1-2 67-15,-5-3-17 0,1 1-120 16,4-3 38-16,-8 0-34 0,1-1-10 15,0-1-154-15,-7-1 59 0,3 0-136 16,1 0-426-16,-1-3 156 0,4-2-152 16,-7 1-549-16</inkml:trace>
  <inkml:trace contextRef="#ctx0" brushRef="#br0" timeOffset="22015.23">20933 8120 2110 0,'0'0'366'0,"0"0"-92"0,0 0 63 16,0 0-18-16,6 38-84 0,-2-13-46 15,-4 2-32-15,0-2-46 0,0-1-61 16,3-1 56-16,0-2-106 0,0-6-69 16,4 2 69-16,-4-7-131 0,0-4-479 15,0-1-100-15,-3-4-618 16</inkml:trace>
  <inkml:trace contextRef="#ctx0" brushRef="#br0" timeOffset="22341.9">21088 8166 1094 0,'0'0'1222'15,"13"45"-963"-15,-10-22-30 0,3-1 136 16,4-1-72-16,0-3-87 0,3 1-76 16,0-3-20-16,0-1-66 0,0-4-35 15,3-2 79-15,-3-4-34 0,0-3-54 16,-4-2 131-16,-2 0-78 0,-1-3-22 16,4-5 34-16,-7-4-40 0,4-1 0 15,-1-6 65-15,-3 4-90 16,-3-5 49-16,0 1-37 0,-3-1-12 15,-3-2-148-15,2 0 148 0,1 2-90 16,3 2-260-16,3 5 117 0,7 2-106 16,0 4-559-16,-4 1-161 15,7 3-59-15</inkml:trace>
  <inkml:trace contextRef="#ctx0" brushRef="#br0" timeOffset="23076.16">22028 8209 1308 0,'0'0'400'0,"0"0"-10"15,6 36 76-15,-6-15-250 0,0 1 15 16,0 2 92-16,0 0-154 0,0 0-112 15,0-3-35-15,-3-1-3 0,3-4-19 16,0-1-105-16,0-5 42 16,-3 0-100-16,3-7-173 0,0 0 221 15,-3-2-11-15,3-1-71 0,-4-3 133 16,4-7-56-16,0-6-464 0,4-5 233 16,-1-2 142-16,3 2-55 15,-6-1 202-15,3 1 60 0,1-1-118 16,-1 1-105-16,3 1-27 0,4 4 83 15,3 0 169-15,0 4 300 0,3 1 143 16,-3 6-215-16,-3-1 7 0,3 6 324 16,-1 0-247-16,-2 2-85 0,3 5 76 15,-3 3-126-15,3 2-23 0,-4 2 42 16,-2 0-37-16,-4 4-6 0,0-2-8 16,1 2-6-16,-4-4-48 0,0 3-65 15,-4-4 68-15,-2 0-82 16,-1-1 17-16,-2-3 25 0,-1 0-54 15,-3-4 40-15,3 0-18 0,-3-3-22 16,1-2-170-16,-1-1 13 16,3-6-96-16,0-3-397 0,1-1 144 15,2-2-208-15,4 1-686 0</inkml:trace>
  <inkml:trace contextRef="#ctx0" brushRef="#br0" timeOffset="23286.16">22270 8197 1035 0,'0'0'280'0,"0"0"-26"0,0 0 262 16,0 0-237-16,36 17-50 0,-30 2 119 16,0 6-124-16,-6 0-42 0,4 1 5 15,-4-4-54-15,0-1-47 0,3 0-83 16,0-2 53-16,0-5-56 0,-3 1-75 16,4-6 74-16,-4-2-97 0,0-4-325 15,0-2 148-15,0-1-189 16,0 0-926-16</inkml:trace>
  <inkml:trace contextRef="#ctx0" brushRef="#br0" timeOffset="23754.07">22457 8275 1330 0,'0'0'627'0,"0"0"-328"0,0 0 314 16,16 39-315-16,-12-22-56 0,-1 1 19 15,-3-3-82-15,0-5-56 0,3-1-89 16,-3-1 46-16,0-4-80 0,0-2-4 16,0 2 4-16,0-2 0 0,0-1 4 15,0-1 11-15,0-3-15 0,3-5 28 16,1-8-31-16,-1-1 3 16,0-4-88-16,0 1 62 0,-3 1 26 0,7 0-197 15,-1-4 137-15,7 4-3 16,3 1-61-16,0-1 124 0,4 7 0 15,-4 2 2-15,0 2 93 0,0 4-3 16,-3 2 9-16,0 2 43 0,-6 0-93 16,-4 0-26-16,0 3 22 15,-3 5-47-15,0 2 28 0,-6 4 13 16,-4 5-41-16,0-1 12 0,-3 0-12 16,4-3 0-16,-1-1 0 15,3 2 0-15,1-3 0 0,3 0-45 16,3 1 45-16,0-3 0 0,0 1-18 15,0-2 18-15,6-3 0 0,-3-2-20 16,4 2 20-16,-4-5 0 0,4 0-3 16,-4 2 3-16,7-2 0 0,-4-2-150 15,0 0 115-15,1-1-103 0,-4-6-385 16,7-4 58-16,-4-3-223 0,1 0-830 16</inkml:trace>
  <inkml:trace contextRef="#ctx0" brushRef="#br0" timeOffset="23965.99">22754 8197 1254 0,'0'0'754'0,"0"0"-443"15,0 0-81-15,0 0 57 0,7 36-107 16,-7-20-20-16,0 1 15 0,0-2-32 16,0-1-57-16,0 4-10 15,3-4 69-15,4 1-44 0,-1-1-39 16,1-2 49-16,2-4-111 0,4 1 50 15,-3-1-44-15,3-4-6 0,-4 1-56 16,1-4 27-16,0-1 7 0,-7 0-220 16,0 0 81-16,4-2-176 0,-4-3-725 15,0 2-201-15</inkml:trace>
  <inkml:trace contextRef="#ctx0" brushRef="#br0" timeOffset="24118.55">22826 8284 1796 0,'0'0'393'16,"0"0"-141"-16,32 5 61 0,-19-5-226 15,-4-3-29-15,-2 0-39 0,-1 2-19 16,-2-1 0-16,-4-1-561 0,3-2-421 16,0-1-117-16</inkml:trace>
  <inkml:trace contextRef="#ctx0" brushRef="#br0" timeOffset="24522.33">22951 8181 417 0,'0'0'532'0,"0"0"-259"0,0 0-54 15,36 11-37-15,-33-2-137 0,0 7 33 16,1 2 127-16,-4 1-36 0,0-1-43 15,0-2-26-15,-4 0-67 0,1-3-27 16,0-3-5-16,0-1-2 16,3-5 0-16,0 1-25 0,0-3 10 15,0 0 3-15,6-2 7 0,-3-1 6 16,7-8 22-16,0-5-7 0,3 0-14 16,-4-4-1-16,1 4 0 15,-3 1 0-15,-1-1 0 0,1 3-2 16,-1 3-11-16,0 2 0 0,-2 4 7 15,-1 0 6-15,3 2 58 0,-2 0 188 16,2 1-40-16,1 8-23 0,-1 5 114 16,0 0-100-16,-2 4-73 0,2-3-58 15,1 2 57-15,-1-5-41 0,1 1-63 16,2-2 69-16,1-4-88 0,0 0-94 16,-4-5 46-16,4-1-109 0,-4-1-476 15,7-3 160-15,0-4-291 16,-7 1-1016-16</inkml:trace>
  <inkml:trace contextRef="#ctx0" brushRef="#br0" timeOffset="24704.6">23316 8217 1946 0,'0'0'398'15,"0"0"-65"-15,-6 46 165 16,6-24-231-16,-3-2-54 0,3-5-93 15,0 0-54-15,0-5-66 0,0-4-168 16,0 0-6-16,0-3-203 0,0-2-697 16,0 1-183-16,0-2 466 0</inkml:trace>
  <inkml:trace contextRef="#ctx0" brushRef="#br0" timeOffset="24861.01">23236 8108 2218 0,'0'0'417'0,"32"0"-159"0,-13 0-169 16,-2-1-69-16,5 1-4 0,1 0-32 16,-1 0 6-16,4-3-544 0,-6 3-598 15</inkml:trace>
  <inkml:trace contextRef="#ctx0" brushRef="#br0" timeOffset="25668.17">23956 8197 2227 0,'0'0'491'0,"0"0"-154"0,0 0-21 0,0 0-179 16,0 0 12-16,0 0 65 0,6 47 10 16,-2-25-78-16,-1 2-77 15,-3 0 46-15,0 0-115 0,6-2 24 16,-2-2-25-16,-1-4 1 0,7-3-204 15,-4 2 119-15,0-8-125 0,1-1-682 16,-4-5-306-16,4-1-398 0</inkml:trace>
  <inkml:trace contextRef="#ctx0" brushRef="#br0" timeOffset="26587.16">24434 8263 212 0,'0'0'1532'0,"0"0"-1214"0,0 0-101 0,-10 49-10 15,7-31 48-15,3 2-26 0,0 2-5 16,0-1-36-16,7-4-83 0,-1 0-99 15,-3-6 32-15,7-3-41 0,0-3 3 16,3-5-67-16,-1 0 67 16,5-10 0-16,-4 0-70 0,-1-3 48 15,1 0-35-15,0-4-93 0,-3 2 108 16,0 1-35-16,-4-3-54 0,1 2 128 16,-4 2-20-16,0 3 1 15,-3 1 19-15,3 5 3 0,1 1-45 16,-1-1 33-16,0 3 12 0,0 1-26 15,4 5 26-15,2 7 61 0,1 3 99 16,3 2-28-16,-3 0-36 0,3-1-7 16,-1-1 10-16,1-4-32 0,0-1-61 15,0-5 89-15,0-4-25 0,-3-1-39 16,3 0 124-16,0-4 8 0,-4-4 107 16,1-3-16-16,-3 1-106 15,-4 0-139-15,3-2 102 0,-6 0-111 16,3-1 21-16,-3 1-24 0,0 0 3 15,0-2-228-15,0 2 198 0,4-5-94 16,-4 4-320-16,3 1 123 0,0 2-210 16,7 5-488-16,3-2 252 15,-4 5 135-15</inkml:trace>
  <inkml:trace contextRef="#ctx0" brushRef="#br0" timeOffset="27034.71">24925 8241 67 0,'0'0'913'16,"0"0"-392"-16,-3 51-95 0,-1-30 57 15,1 1-273-15,-3 0-52 0,3 0 102 16,-1 0-39-16,4-6-72 0,0 0-79 16,4-5-6-16,-1-3-64 0,6-4 22 15,-2-2-22-15,6-2 32 0,3-4-23 16,-3-4 77-16,3-2-86 0,-6-5 28 16,-1 1-6-16,1-1-22 15,-7-3-3-15,-3 3-32 0,0-4 35 16,-3 3-237-16,0-1 55 0,-4 2-112 15,4 5-186-15,3 3 293 16,0 3 12-16,0 3 32 0,3 0 46 16,4 1 48-16,-1 4 49 0,7 6 32 15,3 3 30-15,-3 4 107 0,0-4-59 16,0 0 3-16,0 0 72 0,-3-2-82 16,3-1-6-16,-7-1 2 15,1-5-22-15,-1 1-28 0,-3-3 18 16,1 0 26-16,-1-2-4 0,0 0 77 15,0 0 12-15,0-3-42 0,4-7-69 16,-7-2 14-16,3-5-81 0,0 2 32 16,-3 0-26-16,0 1-6 0,-3-2-97 15,-3 0 11-15,-1-3-139 0,1 2-279 16,-1 2 266-16,7 5-85 0,0 4-98 16,4 0 307-16,2 3-78 0,0 0-117 15,4-1 111-15,-3 1-37 16,-1 2-450-16</inkml:trace>
  <inkml:trace contextRef="#ctx0" brushRef="#br0" timeOffset="27669.05">25345 8204 1444 0,'0'0'497'0,"0"0"-263"0,0 33 228 0,0-14-111 0,0-1-82 0,-3 0-21 15,3 2-90-15,0-3-98 0,0 0-41 16,0-3 16-16,0-4-35 0,0-5-104 15,0 0 78-15,0-4-43 0,0 1-106 16,0-2 160-16,0 0 14 0,0-3-33 16,0-7 31-16,3-4-61 0,0-2-60 15,-3-1 121-15,0-1 2 0,0 2 1 16,3-3 9-16,1 1-9 0,2 1-163 16,0 3 105-16,7 0 39 0,4 2 3 15,-1 3 16-15,3 2 99 16,-3 4 186-16,4 3-56 0,-4 1-36 15,0 5 12-15,-3 2-41 0,-4 5-93 16,1 3-61-16,-3-1 89 0,-4 1-27 16,-3 3-50-16,0 1 139 15,-7-1-50-15,1-1-96 0,-7 0 108 16,3-3-123-16,-6-2 40 0,0-2-34 16,3 0-6-16,-6-3-9 15,3-2-34-15,3 0 43 0,0-4-333 16,6-2 175-16,1 0-156 0,3-5-596 15,-4-1-126-15,4-12-552 0</inkml:trace>
  <inkml:trace contextRef="#ctx0" brushRef="#br0" timeOffset="27977.91">25768 7996 726 0,'0'0'1204'0,"0"0"-734"0,0 0 113 0,0 0-218 16,0 0-70-16,0 0-8 0,0 0-114 16,0 0-79-16,-10 36-16 0,20-9 139 15,3 7-7-15,0 6 17 16,-4 5 60-16,1 4-114 0,-7 9-127 15,-3 5 114-15,-3 4-160 0,-7 2 15 16,1 0-15-16,-1-4 0 0,-3-3-254 16,-3-5 226-16,-3-4-148 0,2-7-515 15,-5-9 157-15,6-7-259 0,0-8-1814 0</inkml:trace>
  <inkml:trace contextRef="#ctx0" brushRef="#br0" timeOffset="122921.19">11628 10231 29 0,'0'0'36'16,"0"0"1290"-16,0 0-1128 0,0 0 0 16,0 0 127-16,0 0-114 0,0 0-27 15,0 0 32-15,0 0-94 0,-4-29-12 16,-2 27 18-16,6-1-7 16,-7 1-38-16,4-2-6 0,-3 4 18 15,-4 0-15-15,0 5-27 0,-3 5 33 16,-3 1-80-16,0 8 32 15,6 1-19-15,-6 2-19 0,7 3 0 0,-4 2 0 16,3 3 0-16,0 3 16 16,4 3 6-16,3 5 9 0,-4 1-18 15,7 0 50-15,0 2-63 0,10-5-44 16,0-1 31-16,-4-4 13 0,17-3-148 16,-7-4 120-16,3-4-58 0,7-4-162 15,-3-4 146-15,2-2-61 16,-2-4-239-16,3-3 8 0,-10-2-135 15,0-3-1082-15</inkml:trace>
  <inkml:trace contextRef="#ctx0" brushRef="#br0" timeOffset="123832.34">11973 10292 1733 0,'0'0'357'15,"0"0"-4"-15,0 0-223 0,0 0-24 16,0 0 87-16,0 0 0 0,0 0-8 16,0 0-32-16,0 0-29 0,-26 37-19 15,17-14-23-15,2 5 22 0,-3-1-104 16,1 3 34-16,-1-2-34 16,-3-1 0-16,10-3-68 0,-4-2 67 15,1-6-51-15,6-1-164 16,0-7 147-16,0-2-49 0,0-4-186 0,0-1 157 15,0-1-27-15,0-2-256 16,10-8 278-16,-4-8 100 0,7-2 52 16,-3-2 2-16,-4 0 21 0,-3 1 12 15,10-2 8-15,-9 0 5 0,5-3 40 16,-2 1-56-16,-1 1 3 0,-3 1-24 16,10 3-9-16,-9 5-2 0,5 4 17 15,-5 7 25-15,-1 2 38 0,-3 2 20 16,9 3-54-16,-2 8 2 15,3 7 87-15,-4 8 45 0,4 2-55 16,6 5-4-16,-10-1-29 0,4 1-37 16,0 0-55-16,-4-6 44 0,4-3-44 15,-4-7-73-15,7-5 54 0,-3-5-58 16,-4-5-31-16,-2-1 108 16,2-1 1-16,-3-3 5 0,4-6 77 15,-1-7-13-15,-3-3-28 0,-3-3 37 16,0-2-50-16,0 3-20 0,0-3 36 15,0-2-45-15,0 0-68 16,0-2 68-16,-3 0-51 0,3 1-207 16,0 3 21-16,3 4-143 0,7 2-342 15,-3 5 208-15,2 4 38 0,-5 2-238 16</inkml:trace>
  <inkml:trace contextRef="#ctx0" brushRef="#br0" timeOffset="124385.37">12296 10493 365 0,'0'0'160'0,"0"0"-121"0,3 37-21 0,-3-35-17 16,0-2 2-16,0 0 10 0,0-2 36 16,0-5 3-16,7-5-27 0,-7-9 21 15,3-1 104-15,-3-3 169 0,0-1-153 16,0 1-52-16,-3 0 78 0,-4-2-127 15,7 3-4-15,0 0 50 16,10 3-40-16,-3 5 30 0,2 5 190 16,-6 3-120-16,1 5-9 0,2 3-19 15,-3 0-56-15,4 0-4 0,-1 4 64 16,-2 6 29-16,2 8-46 0,-3 1-70 16,-3 1-12-16,0 1-48 0,-3-5-101 15,-3 0 78-15,2-3-21 16,-2 1-69-16,-1-5 111 0,7-2-11 15,0-3-93-15,-3-1 74 0,3 1-44 16,0-3-94-16,3 0 141 0,14-2 16 16,-1-6 13-16,9 1 6 0,-2 0 23 15,3 3 0-15,-10 1 122 16,10 2 15-16,-10 2 25 0,0 2-64 16,-3 1-45-16,-3 1-31 0,0 4 65 15,-4-1-37-15,-3 0-70 0,-3 4 98 16,0-3-37-16,-3 0-49 0,-3 2 104 15,-4-2-41-15,0 0-72 16,0-2 97-16,-2 0-109 0,-5-2 46 16,1-2-15-16,7 1-31 0,-4-4-40 15,0-1 3-15,0 0 24 0,3-5-232 16,7 0 183-16,-4-1-105 0,7-5-443 16,7-6 159-16,6 0-169 0,3-4-673 15,-3 6 293-15</inkml:trace>
  <inkml:trace contextRef="#ctx0" brushRef="#br0" timeOffset="124576.46">12790 10262 1982 0,'0'0'1053'0,"0"0"-702"16,0 0-21-16,0 0 104 0,0 0-114 15,0 0-144-15,0 0-167 16,0 0 84-16,0 0-93 0,0 0-195 16,26 19 139-16,-19-15-121 0,-1-1-409 15,-3-2 145-15,-3 0-378 0</inkml:trace>
  <inkml:trace contextRef="#ctx0" brushRef="#br0" timeOffset="124736.05">12816 10429 2774 0,'0'0'356'0,"0"0"-149"16,0 0-76-16,0 0-14 0,0 0-63 15,0 0-32-15,0 0-3 16,39 26-19-16,-26-26-95 0,3-3 54 16,-3-1-143-16,3 0-683 0,-6 1-463 15</inkml:trace>
  <inkml:trace contextRef="#ctx0" brushRef="#br0" timeOffset="126482.94">13792 10189 1143 0,'0'0'241'0,"0"0"-29"16,0 0-40-16,0 0-23 0,0 0 143 16,0 0-120-16,0 0-14 0,0 0 84 15,0 0-107-15,9-34-32 0,-2 32-26 16,-4 1-17-16,0 0-47 0,0 1 0 16,1 0 19-16,-1 3-6 0,0 3-26 15,4 8 76-15,-1 3 0 16,-3 8 14-16,7 2 27 0,-7 3-48 15,0 0-69-15,-3 1 67 0,0 0-67 16,0-2 3-16,0-2-3 0,0-3 0 16,7-3-121-16,-4-3 119 15,-3-2-84-15,3-8-165 0,1-2 136 16,-4-3-52-16,6 0-245 0,0-3 31 16,-2 2-207-16,2-2-990 0</inkml:trace>
  <inkml:trace contextRef="#ctx0" brushRef="#br0" timeOffset="126722.86">14024 10257 1379 0,'0'0'403'0,"0"0"-276"0,-6 35-17 15,2-15 56-15,-2 2-66 0,-4-1-48 16,7 0-52-16,-3 0-13 0,-1-3-23 16,1-4-226-16,-4-2 21 0,10-5-110 15,-3-3-470-15,3-2 293 0</inkml:trace>
  <inkml:trace contextRef="#ctx0" brushRef="#br0" timeOffset="126998.67">14031 10229 892 0,'0'0'606'15,"0"0"-304"-15,0 0-29 0,0 0 67 16,0 0-188-16,32 14-7 0,-22 6 29 16,2 2-87-16,1 0-33 0,-6-3-28 15,9-3 9-15,-6-2-35 16,6-4 19-16,-3 0-9 0,0-4-10 15,0-2 10-15,-4 0-10 0,1-4 0 16,-4 0 15-16,1 0 8 0,-4-2-17 16,4-4 4-16,-1-2 31 0,-3-5-21 15,7-1-11-15,-7-3 29 16,0-1-38-16,-3 2-26 0,0-2 24 16,0 2-73-16,-3-2-487 0,3 0 28 15,-3 0-138-15,3 4-681 0</inkml:trace>
  <inkml:trace contextRef="#ctx0" brushRef="#br0" timeOffset="127416.38">14344 10146 404 0,'0'0'1327'0,"0"34"-957"15,0-14-175-15,6-3-37 0,-6 1 136 16,4 2-108-16,-1-2-48 15,0 0 0-15,7-1-71 0,-4-3-67 16,-6-5 6-16,13-2-6 0,-3-1 0 16,-1-3 0-16,4-3 0 15,0-1 0-15,-3-7-5 0,3-1 5 0,-3-2 0 16,6-3 3-16,-3 2-4 16,-4-3 1-16,1 2-70 0,0 3 69 15,-10 1-38-15,6 4-89 0,-3 1 112 16,1 1-9-16,-4-1 15 15,0 3 10-15,3-1 0 0,-3 2-13 16,0 2 13-16,-3 3-13 0,-1 4 10 16,1 4 3-16,-3 0 0 0,6 4 13 15,-3-3 19-15,3 2-32 0,0-2 26 16,0 3-17-16,3-2 27 0,-3 1-24 16,9-2 24-16,-5-1-36 0,-1-3-16 15,7-2 3-15,-4-1 10 0,7-1-158 16,-3-3-54-16,-1-2-296 15,-2-1-1113-15</inkml:trace>
  <inkml:trace contextRef="#ctx0" brushRef="#br0" timeOffset="127709.01">14702 10190 1989 0,'0'0'327'0,"0"0"-149"0,0 0-97 0,0 0 54 0,0 0 209 16,-6 42-152-16,6-27-61 0,0 1-58 15,0-2-6-15,-3 1-67 0,3 1 28 16,3 1-25-16,-3-1-3 0,10 2-40 16,-4-5 24-16,4 1 16 0,-4-3-118 15,4-3 116-15,-4 1-33 0,4-3-70 16,0-1 104-16,-4-2-37 15,7 0-68-15,-10-2 105 0,7 0-60 16,-7 3-206-16,4-4 97 0,-4 1-53 16,3-1-296-16,1 0-37 0,-4-1-138 15</inkml:trace>
  <inkml:trace contextRef="#ctx0" brushRef="#br0" timeOffset="127987.33">14890 10218 1782 0,'0'0'399'0,"0"0"-169"0,0 0 3 15,0 0-27-15,0 33 54 0,0-13 8 16,0 4-132-16,0-3-50 0,3 0-58 16,3-1 55-16,1-1-20 0,-4-1-54 15,7-2 73-15,-4-4-82 0,4-3 41 16,0-2-35-16,3-4-6 0,-4-3 3 15,7-2 16-15,1-5 3 16,-5-3 3-16,1-2 25 0,4-3-50 16,-8-1 26-16,-2-2-26 15,6-1 0-15,-10 0-171 0,10-2 42 0,-10-2-131 16,7 1-646-16,-7 4-127 16,0 0-279-16</inkml:trace>
  <inkml:trace contextRef="#ctx0" brushRef="#br0" timeOffset="128541.01">15239 10175 1441 0,'0'0'899'0,"0"0"-708"16,0 0-24-16,0 0 235 0,0 0-99 15,0 0-81-15,25 51-29 0,-21-25-55 16,-1 0-63-16,-3-2-75 0,0-7 76 15,6-2-76-15,-6-3-88 16,4-4 85-16,-4-3-26 0,3-4-172 16,-3 0 151-16,3-1-26 0,-3-2-38 15,6-8 95-15,1-5 19 0,-4-4-140 16,4-1 115-16,-1 1-10 0,-3 2-55 16,4-1 89-16,-4 1-15 0,7-1-75 15,-4 2 90-15,7 3 0 0,0 3-6 16,-7 2 7-16,11 3 64 15,-8 2 19-15,1 2 35 0,-4 2-7 16,4 3 19-16,-3 6 22 0,-1 2-58 16,-3 1-50-16,4 7 85 0,-7-4-50 15,-4 2-60-15,1 0 84 16,-6-2-103-16,5 1 0 0,-9-2-38 16,4-2 29-16,-1-2-192 0,0-1 185 15,-3-2-62-15,13-3-244 0,-6-2 100 16,6-2-204-16,-3-1-819 0,3 0-67 15</inkml:trace>
  <inkml:trace contextRef="#ctx0" brushRef="#br0" timeOffset="128788.37">15526 10226 465 0,'0'0'1069'0,"0"0"-751"0,0 0-19 16,0 0 283-16,0 0-267 0,0 41-85 15,0-24-4-15,0 0-65 0,0 1-60 16,0-3-50-16,6 0 24 0,-2-4-46 16,2-1-14-16,1 0 32 0,2-2-47 15,1-2-6-15,3-1 6 0,0-1 0 16,0-3-58-16,-4 0 40 16,8-1 18-16,-4-1-136 0,-4-2 135 15,1-3-68-15,-4 2-213 16,1-1 39-16,-4 1-229 0,-3-1-792 15,0-1 241-15</inkml:trace>
  <inkml:trace contextRef="#ctx0" brushRef="#br0" timeOffset="128998.14">15610 10259 2276 0,'0'0'530'16,"0"0"62"-16,0 0-313 0,0 0-93 15,36 16-45-15,-24-16 7 0,1-1-135 16,-3-3 43-16,6 1-72 0,-9-1 16 16,-4 0-251-16,0-3 116 0,4-3-29 15,-1 1-339-15,-6-1 131 16,0-1-148-16,0 2-536 0,0 2 381 16,0-5 146-16</inkml:trace>
  <inkml:trace contextRef="#ctx0" brushRef="#br0" timeOffset="129447.73">15700 10149 587 0,'0'0'414'0,"0"0"-53"0,0 0 163 16,39 40-238-16,-23-24 5 0,-6 2 141 15,-4-1-217-15,4 2-72 0,-3 0-34 16,2 0-33-16,-5 0-76 0,2 0 16 16,-3-2-32-16,0 0 16 0,-3-4-169 15,7-3 102-15,-4-2-32 16,0-4-93-16,-3-3 127 0,4 1-28 15,-4-2-175-15,6-4 107 0,-3-7 44 16,4-4 65-16,-7-5 52 0,9-1 75 16,-5-3 138-16,-1 2-132 15,7-1-78-15,-4-1-3 0,10 2 0 16,-3 3 75-16,0 4 205 0,3 4-78 16,-3 3 2-16,-3 5 98 0,0 2-24 15,-1 1-79-15,-2 3-90 16,-1 4 37-16,1 1-87 0,-4 5-43 0,0 1 77 15,-3 2-93-15,0-1 37 16,-6 2-62-16,2-3 25 0,-5 2-254 16,2-3 207-16,-2 0-37 0,5-1-125 15,-9-1 207-15,7 2-12 0,-4-6-33 16,7 0 47-16,0-2 0 0,-7 1 22 16,10 2 13-16,-3 0-10 0,0-1-13 15,3-1 60-15,0-2-72 16,3 2 29-16,0 1-10 0,13-2-19 15,0-1-35-15,1-2 7 0,-1-1 9 16,0-1-410-16,3-1-39 0,-3-3-341 16,0 1-1462-16</inkml:trace>
  <inkml:trace contextRef="#ctx0" brushRef="#br0" timeOffset="130185.04">17080 10295 1726 0,'0'0'360'0,"0"0"-217"0,0 0 290 0,9 34-108 0,-2-11-5 0,-1 2 48 15,-3 1-179-15,4-2-70 16,-1-2-109-16,1-1 43 0,2-5-53 15,-2-4-90-15,-4-4 78 0,0-3-17 16,1-1-128-16,-4-1 144 0,6-2 13 16,-6-1 0-16,0 0 22 0,0-10-15 15,-6-4 30-15,6-4-38 0,-10-3 1 16,3-3-47-16,-2 1 46 16,2-4 1-16,-6-1-123 0,7-2 123 15,-4-1-22-15,7 4-99 0,3-2 109 16,6 5-20-16,4 2-32 0,3 6 64 15,3 3 67-15,4 2 66 16,-4 4 10-16,0 4-43 0,3 1-18 16,-3 2 47-16,1 2-44 0,-4 3-60 15,-4 3 81-15,1 2-69 0,-4 0-18 16,-2 1 59-16,-4 1-78 0,-4 0 43 16,1-1 0-16,-10 2-33 0,-3-1 30 15,0 0 9-15,0-2-49 16,3-3-164-16,-7 0 136 0,4 0-77 15,3-5-268-15,0-2 171 0,10 0-105 16,-3-6-517-16,6-5 160 0,0-4-308 16,6 2 52-16</inkml:trace>
  <inkml:trace contextRef="#ctx0" brushRef="#br0" timeOffset="130634.65">17225 10199 615 0,'0'0'528'16,"32"7"-56"-16,-12 5 77 0,-7 3-348 15,-4 0 9-15,-2 5 134 16,2 0-126-16,-2 0-42 0,-1 1-14 0,-2-1-19 15,2-4-42-15,-3 0-66 16,0-3 53-16,-3-4-69 0,0-2 3 16,0-3 25-16,0-3-47 0,0 0 19 15,0-1-13-15,0 0-6 0,0-5 28 16,4-7-18-16,-4-7-10 0,9-6-20 16,-5-1 20-16,2-1 0 15,4 2-13-15,-4-1 13 0,7 4 0 0,-3 0-44 16,6 4 44-16,0 4 44 15,0 4 0-15,4 1 110 0,-4 7-38 16,-3 2-33-16,-4 2 57 0,-2 2-131 16,-1 5 38-16,-2 2 33 15,-4 6-46-15,-4 0 3 0,-2 3 30 16,-1-4-67-16,-6 1-24 0,1 0 24 16,-1-2 0-16,-7 1-68 0,11-4 66 15,-4 1 2-15,0 0-102 0,6-3 102 16,1-2 0-16,3-2-64 0,3-1 64 15,0-1 0-15,0 1-62 16,0-1 62-16,3 3 0 0,3-2-24 16,4 3 24-16,3-3 0 0,-3-2-34 15,-1-1 21-15,11-2 13 0,-11-4-199 16,4-2 115-16,0-2-162 0,-3-4-455 16,0 0 177-16,2-2-146 0,1-3-694 15</inkml:trace>
  <inkml:trace contextRef="#ctx0" brushRef="#br0" timeOffset="130872.13">17635 10210 648 0,'0'0'655'0,"0"0"102"0,0 0-352 0,0 0-5 15,0 0 35-15,0 0-196 0,13 50-15 16,-10-22 40-16,-3-4 9 16,0-3-35-16,10-2-124 0,-7-4 12 15,4-4-126-15,2-5 10 0,1-1-10 16,0-5 0-16,-1-1 12 0,1-4 28 15,-3-4 27-15,2 0-55 16,-2-2 108-16,-7-3-120 0,0 0 55 16,0 0-22-16,0 0-33 0,-7 0-140 15,-2-1 128-15,-8 0-93 0,11 0-295 16,-7 0 292-16,7 2-120 0,2 2-440 16,8 1 262-16,5 4-166 0,4-1-639 15,0 4 386-15</inkml:trace>
  <inkml:trace contextRef="#ctx0" brushRef="#br0" timeOffset="131184.62">18013 10133 1917 0,'0'0'435'16,"0"0"-115"-16,0 0 4 0,-29 20-154 15,13-14-36-15,0 3-89 16,3-1-29-16,-3 1-16 0,9 0-35 0,-3-2 35 15,7 0 0-15,0-3 0 16,3 4-2-16,0 1 2 0,6 4-77 16,11 0 74-16,-1-2 3 0,3-1-23 15,-3 0 23-15,-3 1 16 0,0-1-6 16,0 2 95-16,-7-1-3 0,4 1-13 16,-10 0 88-16,0-2-32 0,0-2-107 15,0 1 40-15,0-2-78 16,-10 0 31-16,1 1 1 0,-4 0-32 15,0-4-84-15,3-4 83 0,1 0-67 16,-1-5-257-16,3-6 77 0,-2-2-229 16,9-6-740-16,-4 2 141 0</inkml:trace>
  <inkml:trace contextRef="#ctx0" brushRef="#br0" timeOffset="131433.65">18145 10143 2101 0,'0'0'495'0,"0"0"-137"0,39-3 16 16,-32 4-209-16,-4 1-124 0,3 1-22 16,1 4 48-16,-4 3 15 0,10 2-16 15,-10 3 60-15,7 1-41 0,-7 1-69 16,0-3 79-16,-3 4-39 0,0-3-41 16,0 4 98-16,0-4-110 0,0 3 50 15,0-2-29-15,0 0-24 16,-3-1-99-16,0 0 97 0,-7-2-126 15,7 0-367-15,0-3 133 0,-7-4-344 16,10-3-1765-16</inkml:trace>
  <inkml:trace contextRef="#ctx0" brushRef="#br0" timeOffset="131802.78">18145 10285 2045 0,'0'0'705'0,"0"0"-377"15,39-11-54-15,-23 8 40 16,4 0-99-16,2 0-93 0,-2-3-71 16,6 3 18-16,-7-2-69 0,4 1-104 15,-1 0 101-15,1 1-66 0,-4-1-189 16,4 0 153-16,-4-2-60 0,-3 1-148 16,0 1 230-16,-3 0 51 0,-3 2-1 15,-4 1 33-15,1 1 1 0,-4 1 5 16,-3 1 65-16,0 4 19 15,0 4 47-15,-3 5-32 0,-7 3-29 16,1-1 10-16,-1 3 38 0,0-3-36 16,1 0 13-16,2 0 37 0,4-3-59 15,-4 0-63-15,7-2 90 0,0-5-106 16,7-1 59-16,-1-2-49 16,7 1-10-16,0-4-6 0,3 1 5 15,0-2 1-15,-3-2-110 0,3-1 89 16,-6-4-7-16,3-1-357 0,0 0 160 15,-7-1-183-15,1-1-979 16,-1 2-107-16</inkml:trace>
  <inkml:trace contextRef="#ctx0" brushRef="#br0" timeOffset="131965.9">18478 10293 965 0,'0'0'1922'0,"0"0"-1499"15,0 0-85-15,42 23-148 0,-32-21-74 16,9-2-22-16,-6-3 19 0,0-2-113 16,0-2-6-16,0 1-16 0,-3-2-135 15,-4-2-498-15,4 0 178 0,-7 0-162 16,0-1-1161-16</inkml:trace>
  <inkml:trace contextRef="#ctx0" brushRef="#br0" timeOffset="132340.72">18665 10143 1496 0,'0'0'792'15,"0"0"-524"-15,46-8-19 0,-30 7 225 16,-6 1-201-16,-1 0-114 0,1 4-131 16,-7 1 41-16,4 2-31 0,-4 7-38 15,0 1 85-15,-3 6-85 0,0 0 0 16,0-1 0-16,0-2 0 15,0 1 6-15,3-2-6 0,0-2 0 16,4-2 25-16,-4-3 7 0,0-3-32 16,1-3 18-16,-1-1-18 0,0 0 0 15,10-3 7-15,0 0-7 0,-3-4 0 16,3-4 22-16,-1-1-6 16,-2 1-16-16,0-2-16 0,0 3 16 15,-4 1 0-15,4 1-22 16,-4 4 22-16,-3 1 31 0,4 0 8 0,-7 6 113 15,10 4-27-15,-1 6-63 16,-2 1 68-16,-1 2-130 0,1 0-3 16,-1-5-10-16,1 0 13 0,2-4-223 15,4-2 145-15,0-4-166 0,0-2-615 16,0-2 48-16,-3-3-326 0</inkml:trace>
  <inkml:trace contextRef="#ctx0" brushRef="#br0" timeOffset="132559">19250 10172 297 0,'0'0'1542'0,"0"0"-1029"15,0 0 138-15,0 0-331 0,0 0 3 16,0 0 49-16,0 0-143 16,-19 40-6-16,12-17-28 0,-6-1-23 15,13-3-172-15,-6 0 40 0,3-4-53 16,3-1 13-16,0-4-239 0,0-4 183 15,0-2-77-15,0-1-276 16,0-1 186-16,0-1-131 0,3-1-415 16,-3-3 297-16,3-3-148 0</inkml:trace>
  <inkml:trace contextRef="#ctx0" brushRef="#br0" timeOffset="132777.79">19027 10082 2391 0,'0'0'1100'0,"0"0"-894"0,0 0-102 16,0 0 91-16,42 6 59 0,-19-2-56 15,3-3-102-15,6-1 28 16,0 0-124-16,-3 1 40 0,10-1-28 16,0-1-12-16,3 0-190 0,0 0 119 15,3-1-125-15,3-1-508 0,1-2-21 16,-14 1-519-16</inkml:trace>
  <inkml:trace contextRef="#ctx0" brushRef="#br0" timeOffset="133238.06">19499 10120 179 0,'0'0'1864'15,"0"0"-1569"-15,0 0-27 0,0 0 96 16,0 0-156-16,0 0-52 0,0 0-54 16,0 0-16-16,0 0-7 0,0 34 79 15,9-12 40-15,-5 3-50 0,-1 0-57 16,-3-1 46-16,10-1-97 15,-7-1-12-15,0-1 25 0,4-3-53 16,-1-2-103-16,0-2 91 0,4-2 12 16,0-2-109-16,0-4 106 0,-1-3 3 15,4 0-182-15,-3-3 132 0,3-6-107 16,0-3-366-16,0-3-25 16,-7 2-430-16</inkml:trace>
  <inkml:trace contextRef="#ctx0" brushRef="#br0" timeOffset="133500.43">19777 10167 2371 0,'0'0'452'0,"0"0"-135"0,0 0-144 16,0 0-49-16,-13 43 16 0,6-22 87 16,4-1-13-16,0-2-76 0,-1 2-66 15,4-2 74-15,4-1-118 0,2-3 25 16,1 0-41-16,2-6-12 15,1-1-9-15,3-3 9 0,0-3 0 16,0-1-34-16,0-1 34 0,0-4 0 16,-4-2-161-16,-2-2 121 0,-1 3-119 15,1-3-374-15,-7-1 250 0,3-2-117 16,-3-1-515-16,-3 3 111 16,-1 1-189-16</inkml:trace>
  <inkml:trace contextRef="#ctx0" brushRef="#br0" timeOffset="133652.62">19770 10240 2497 0,'0'0'560'0,"0"0"-167"0,32 23-61 15,-12-19-146-15,-4-3-98 0,3-1-75 16,1-2 34-16,-4-5-47 0,0-1-180 16,0 0 83-16,-3-2-64 15,-3 0-373-15,-4-2 97 0,1 0-220 0,-4 3-944 16</inkml:trace>
  <inkml:trace contextRef="#ctx0" brushRef="#br0" timeOffset="134000.51">19967 10138 174 0,'0'0'1156'0,"0"0"-337"0,0 0-415 16,0 0-136-16,0 0-72 0,39 41-87 15,-33-24-4-15,1-2 10 0,-4-1-17 16,0-2-50-16,0-2-38 0,-3-2 18 15,0-4-28-15,0 1-113 16,0-2 27-16,0 0-74 0,0 0-234 16,0-3 120-16,-3 0-60 0,3-2-400 15,0-5 164-15,0-6 283 0,0-2 287 16,0-4 131-16,3 1 19 0,1-2 29 16,5 1-179-16,1 2-95 0,3 3 95 15,0 4 368-15,0 3-26 0,3 6 210 16,3 2-128-16,-2 7 6 15,-5 5 115-15,5 2-211 0,-5 4-132 16,-2 0-106-16,-7 4 19 0,4 0-87 16,-7-3 0-16,-7 1 47 0,4-1-75 15,-7-1-75-15,1-4 56 0,-1 0-12 16,0-3-193-16,-2-3 168 16,5-3-92-16,-3-1-380 0,7-3 97 15,0-2-347-15,0 0-1385 16</inkml:trace>
  <inkml:trace contextRef="#ctx0" brushRef="#br0" timeOffset="134274.68">20290 10174 1727 0,'0'0'865'0,"0"0"-678"0,-10 37-58 0,4-22 100 0,3 1-59 0,-1 0-46 15,1 0-7-15,0-1 16 0,3-2-60 16,3-2-64-16,4 1 79 0,2-3-31 16,4-2-35-16,-3 0 107 0,13-3-25 15,-4-2-39-15,4-2 53 0,-1 0-99 16,-2-2 24-16,-1-1-18 16,-3-3-25-16,-3-1-255 0,-3 1 126 15,-4 1-173-15,-3-1-503 0,1 3 156 16,-4-5-632-16</inkml:trace>
  <inkml:trace contextRef="#ctx0" brushRef="#br0" timeOffset="134840.03">20348 10242 2088 0,'0'0'702'0,"0"0"-295"0,0 0-51 15,42 17-204-15,-29-17-35 0,0 0-10 16,-3-3 6-16,-1-3-113 15,1-1-32-15,-3-2 20 0,-4-1-151 16,3-3-291-16,-3 2 227 0,1-2-113 16,-4 1-487-16,0 0 362 0,0 2 29 15,0 2 64-15,3 4 372 16,-3 1 0-16,3 0 473 0,0 2-180 16,1 0-66-16,-1 1 95 0,3 2-108 15,1 4 57-15,-4 2 254 16,10 3-237-16,-3 5-78 0,-1-1 27 0,1 2-74 15,-7-2-125-15,0-3 3 16,1 0-29-16,-1-1-12 0,-3-3-111 16,0-3 99-16,0 1-45 0,0-2 4 15,0 4 53-15,0-2 0 0,0-1-165 16,-3-1 26-16,-1 0-106 0,4-2-310 16,-3-2 264-16,3 0 29 0,0-6-167 15,0-5 322-15,0-8 107 0,3-1 367 16,7-3-166-16,3 1-84 0,3 2 0 15,7 6 51-15,3 2 80 16,0 3 255-16,-4 5-104 0,4 4-78 16,-3 3-99-16,-4 1-82 0,-3 5-97 15,-6 0-21-15,-1 1 52 0,-2 0-74 16,-7 1 25-16,0 1-10 16,-7 2-15-16,1 1-179 0,-4 0 133 15,1 1-35-15,-1 1-22 0,0 0 103 16,1 2 0-16,2-1 34 0,-3 1 1 15,7-1-26-15,0-3 28 16,3 0-12-16,3-3-25 0,7-2-109 16,-4-2 87-16,7-3 22 0,3-4-151 15,-3-1 86-15,3-1-184 0,7-6-432 16,-10 0 27-16,3-2-597 0</inkml:trace>
  <inkml:trace contextRef="#ctx0" brushRef="#br0" timeOffset="135083.17">20939 10030 46 0,'0'0'2707'0,"0"0"-2277"0,0 0-156 0,0 0-99 15,13 42 45-15,3-15 191 16,0 8-79-16,7 3-117 0,0 2-105 0,-4 5 92 15,-3 2-46-15,-3 3-59 16,-3 3 106-16,-10-2-203 0,0 3 34 16,-3 0-110-16,-7 1 76 0,-6-1-456 15,3 2 238-15,-7-4-309 0,4-13-1522 16,0-4-207-16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2:27:19.7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16734 5423 579 0,'0'0'310'0,"0"0"-72"0,0 0 240 0,0 0-237 16,0 0 15-16,0 0 136 15,-10-33-202-15,10 27-19 0,0 0 41 16,0 0-52-16,-3 2-26 0,3-2-7 16,-3 2 6-16,3 0-35 0,0 2-26 15,0-2 51-15,0 3-82 0,0 1-7 16,0 1-24-16,0 5 12 0,3 2-16 16,0 8 108-16,-3 2-46 0,7 2-52 15,-7 3 124-15,0 3-50 16,0 0-90-16,0 0 86 0,-7 0-86 15,7 2 13-15,7 1-13 0,-1-2 0 16,-3-3-22-16,4-2 22 0,-1-3 0 16,-2-3-94-16,9-3 60 15,-7-1 18-15,4-5-245 0,-7-1 199 16,3-2-55-16,-2-1-221 0,2-2 183 16,-3 1-116-16,4-1-336 0,-7 1 70 15,6-2-117-15,-6 0-732 0</inkml:trace>
  <inkml:trace contextRef="#ctx0" brushRef="#br0" timeOffset="389.97">16485 5574 1226 0,'0'0'257'0,"0"0"117"0,0 0-170 15,0 0-19-15,0 0 129 0,0 0-127 16,0 0-1-16,0 0 48 0,0 0-116 16,0 0-57-16,-3-3-26 0,10 5 136 15,2 3 32-15,4-1 51 0,3 0-68 16,0-1-71-16,7-1-84 0,0-1 90 15,-1-1-96-15,1 0 12 16,9-6 34-16,-3 2-71 0,0-3 43 16,4 2 3-16,-8 1-46 0,-2 1 31 15,-7 0-31-15,-6 2 0 0,3 0-19 16,-10 0 19-16,3-1 0 0,-2 2-95 16,-1-2 76-16,0 2-45 0,-3 0-334 15,0 0 174-15,-6 0-202 16,-4-1-1031-16,4 1-257 0</inkml:trace>
  <inkml:trace contextRef="#ctx0" brushRef="#br0" timeOffset="1422.13">17722 5326 2074 0,'0'0'440'0,"0"0"50"16,0 0-279-16,0 0-39 0,0 0-57 16,0 0-27-16,-26-36-34 0,20 32-47 15,-7 1 53-15,0 3-60 16,0 0 0-16,-3 3-16 0,10 1 16 15,-4 5-117-15,0 1 114 0,4 0-7 16,-4 0-56-16,4 1 63 0,-1 2 3 16,1-1-70-16,3 2 55 15,-1 0 15-15,4 3-128 0,4-2 127 16,-1-2-37-16,6-1-64 0,1 3 89 16,0-2 13-16,6 1-16 0,0-2 16 15,-3 2 0-15,0-3 0 0,0 1 0 16,0 0 38-16,-4-1 0 15,1-1 39-15,0 1-45 0,-4-1-26 16,-2-3 42-16,2 0-35 0,-3-3 6 16,-3-1 26-16,3 0-10 0,-3-1-20 15,0 2 96-15,0-2-3 0,0-2 56 16,-6 1 44-16,-4-1-90 0,-3-1-114 16,-6-2 74-16,3-1-78 0,0 0-7 15,3 1-5-15,-3-1 12 16,3 1-207-16,0 1 122 0,3 0-85 15,4 1-219-15,-1 0 156 0,7 1-136 16,-3-2-670-16,3 1-158 0</inkml:trace>
  <inkml:trace contextRef="#ctx0" brushRef="#br0" timeOffset="2100.03">17923 5320 1457 0,'0'0'309'0,"0"0"-85"16,0 0 178-16,0 0-199 0,0 0-26 16,0 0 52-16,0 0-98 15,0 0-51-15,0 0-74 0,0-23-6 16,0 23-6-16,0 2 3 0,0 5 3 16,6 2 89-16,-3 7 26 0,0 2 28 15,-3 3-26-15,4 2-4 0,-4-1 32 16,0 4-57-16,0-1-79 0,-4-1 74 15,4-4-83-15,0-2-7 16,0-3 7-16,4-5 0 0,-4-2-53 16,0-2 53-16,6-3 0 0,1-2-29 15,6-1 29-15,3-3 0 0,0-6 28 16,0-5-14-16,0-1-14 0,0 2-141 16,-3-3 137-16,0-1-52 0,-3 3-76 15,0-2 132-15,-1 3 0 16,-6-1 19-16,4 6-4 0,-7 2-15 15,3 1-82-15,-3 1 80 0,0 2 2 16,0 0 0-16,-3 1 0 16,-4 1 0-16,7 0-130 0,-6 3 127 15,-4 2-28-15,4 3-36 0,-4 3 65 16,4 2 2-16,-1 5-54 0,1 1 54 16,-1 0 0-16,7 0 2 0,0-3 80 15,0 0 4-15,10-1-1 0,-4-2 54 16,1-1-60-16,3 0-69 0,-1-3 52 15,1 0-62-15,-4-5-3 16,11 0-41-16,-8-3 44 0,7-1-366 16,-3-5 143-16,4 0-148 0,-1-5-514 15,-7 3 111-15,1-1-317 0</inkml:trace>
  <inkml:trace contextRef="#ctx0" brushRef="#br0" timeOffset="2705.14">18326 5263 821 0,'0'0'1093'0,"0"0"-901"0,0 0 28 0,0 0 129 16,0 0-175-16,39 10-43 0,-23-12 20 16,4-3-55-16,-1-4-16 0,-3 3 18 15,0-3 74-15,-3-1-49 16,-3 5-50-16,-4 0 27 0,-2 3-100 15,2-1 48-15,-6 1-33 0,3-3-15 16,0 4 35-16,-3-1 5 0,0 1-40 16,0 1-22-16,0 0-3 0,0 2 25 15,0 2-37-15,-3 4 37 16,0 3 31-16,0 4-18 0,0 1 62 16,3 2-75-16,0-2 35 0,0 0-22 15,0-2-13-15,3 4 31 0,0-3-18 16,3 4-13-16,-2-1 6 0,2 0-6 15,1-1 0-15,-7-2 6 16,9 0-6-16,-5-3 0 0,-1-1 9 16,-3 1-9-16,0-2 0 0,0 1 25 15,0-5 3-15,-3-1-15 0,-1 1 15 16,-5 0 59-16,-1 3 6 0,-3-2-28 16,3-1 55-16,-3-4-120 0,4 1 37 15,-1-2-37-15,0-1 0 16,-6-1-52-16,10 1 40 0,-4-4 12 15,0 0-198-15,4-2 170 0,-1 3-69 16,4-4-203-16,0 0 193 0,-3-1-86 16,2-1-261-16,4-3 246 0,0 6-165 15,4-4-658-15,-1 1 16 16</inkml:trace>
  <inkml:trace contextRef="#ctx0" brushRef="#br0" timeOffset="3609.28">18494 5324 1232 0,'0'0'605'0,"0"0"-420"16,0 0 0-16,0 0 164 0,0 0-145 15,0 0-24-15,0 0 64 0,0 0-78 16,0 0-42-16,0 0-29 15,-13 0 16-15,13 0-41 0,0 0-48 16,0 0 75-16,4 0-72 0,-4 0 0 16,9 0 57-16,1 0 10 0,9 0-42 15,4-3 50-15,6 0-100 0,-3-2-106 16,0 2 102-16,-4 1-150 0,4-3-462 16,-3 1-48-16,-4 1-497 0</inkml:trace>
  <inkml:trace contextRef="#ctx0" brushRef="#br0" timeOffset="4188.34">18853 5246 680 0,'0'0'981'0,"0"0"-472"0,0 0-285 0,0 0 8 15,0 0 116-15,0 0-146 0,0 0-40 16,0 0-15-16,0 0-30 0,0 0-47 16,-7-7-61-16,7 7 51 15,0 3-35-15,0 2-15 0,4 5 109 16,-4 7-18-16,3-1-28 0,-3 4 58 16,3-2-63-16,-3 2-61 0,0 1 80 15,0-1-87-15,0 2 15 16,-3-1-15-16,3-1 0 0,0-1-46 0,0-1 43 15,-3-3 3-15,3-2-109 16,3-1 96-16,0-1 13 0,0-1-103 16,0-2 78-16,4-5 22 0,-1-1-89 15,1 2 92-15,9-1 0 0,0-2 1 16,0-1 2-16,4-1-3 0,-4-3 32 16,0 0-13-16,-3 1-19 0,0-1 22 15,-7 0-22-15,7 2 0 16,-10-2 16-16,4 2-16 0,-7 0 0 15,3 0-85-15,0 1 85 0,-3-2-95 16,0 0-220-16,0 0 115 0,-6 0-184 16,-4-1-782-16,-3 0-149 15</inkml:trace>
  <inkml:trace contextRef="#ctx0" brushRef="#br0" timeOffset="4414.89">18879 5387 2248 0,'0'0'333'0,"0"0"-104"0,35-13 89 16,-25 9-162-16,3 2-82 0,0-2-68 16,0-1 26-16,-4 3-32 0,-2 0-90 15,-1 0-6-15,-3 1-154 16,1-3-521-16,-1 2 164 0,0 0-214 15</inkml:trace>
  <inkml:trace contextRef="#ctx0" brushRef="#br0" timeOffset="4567.45">18940 5209 1937 0,'0'0'441'0,"0"0"-238"16,36-9-151-16,-24 9-52 0,-2 0-13 16,6 0-19-16,-3 3-136 0,-3-2-839 15</inkml:trace>
  <inkml:trace contextRef="#ctx0" brushRef="#br0" timeOffset="5289.87">19337 5201 1107 0,'0'0'453'0,"0"0"-89"16,0 0-221-16,0 0 28 0,0 0 27 0,0 0-134 15,0 0 40-15,0 0 47 0,10 42-48 16,-7-25-19-16,0 2-10 16,1-1-1-16,-4 2-15 0,0-2-42 15,3 1 35-15,-3-1-51 0,0 1 3 16,-3 1-3-16,3-3 0 0,-4 0-3 16,1-1 3-16,3-2 0 0,0 0-13 15,0-2 12-15,0-4 1 16,0-2-83-16,3 0 83 0,4-2 6 15,3 0 1-15,2-1 44 0,5-1-22 16,-8-2-26-16,11 1 38 0,-4-4-15 16,-3-1-23-16,3 1 64 15,-3 1-13-15,0 0-38 0,-4 0 44 16,-2 2-34-16,6-1-17 0,-3 0 39 16,-4 1-48-16,-3-2-13 0,0 1 1 15,1 1 12-15,2-1-188 0,-6 0 54 16,3-2-151-16,1 0-681 0,-4 1-177 15</inkml:trace>
  <inkml:trace contextRef="#ctx0" brushRef="#br0" timeOffset="5661.87">19625 5256 2193 0,'0'0'372'0,"0"0"-104"16,0 0 142-16,0 0-152 0,0 0-65 16,0 0-26-16,0 0-26 15,0 0-135-15,0 0 39 0,0 0 15 16,22 10 5-16,-22 9-59 0,4 0 119 16,-4 0-82-16,0 1-18 0,0-3 50 15,0 4-75-15,0 0 31 0,0-1-31 16,-4 1 0-16,4-3-38 0,4-1 37 15,-1-2 1-15,0-2-83 16,3-1 79-16,-2-4 4 0,2-2-105 16,1 0 103-16,2-1 2 0,4 1-50 15,-3-3 50-15,6-2 0 0,-3 2-13 16,3-3 13-16,-3 0 0 0,0 0-6 16,0-1 6-16,-7-2 0 0,7-1-122 15,-6 0 119-15,-1 1-76 16,-3 1-204-16,4-1 172 0,-4-1-121 15,-3 0-476-15,3-3 18 0,-3 1-342 16</inkml:trace>
  <inkml:trace contextRef="#ctx0" brushRef="#br0" timeOffset="5894.1">19621 5374 2077 0,'0'0'625'0,"0"0"-96"0,0 0-322 16,0 0-20-16,0 0 50 16,39-8-52-16,-19 6-68 0,-4-2-86 15,0 3 72-15,3 0-103 0,-6 0 46 16,3 1-43-16,-6-2-3 0,3 1-56 16,-3 1 16-16,-4-1 30 0,-3 1-291 15,-3 0 182-15,7-1-86 16,-7 0-561-16,3-1 3 0,-3 0-486 0</inkml:trace>
  <inkml:trace contextRef="#ctx0" brushRef="#br0" timeOffset="6110.14">19722 5267 1634 0,'0'0'496'0,"0"0"22"15,0 0-267-15,0 0 5 0,0 0 73 16,35-12-155-16,-22 11-73 0,3-1-95 16,0 1 48-16,4 0-54 0,-7 1-54 15,0 0 42-15,3 0-42 0,-3 0-234 16,3 0 87-16,-3 1-120 0,0-1-622 16,0-2 188-16,-4-1 35 0</inkml:trace>
  <inkml:trace contextRef="#ctx0" brushRef="#br0" timeOffset="6328.11">20006 5207 1333 0,'0'0'559'15,"0"0"-163"-15,0 0 66 0,0 0-250 16,0 0-10-16,0 0 34 0,0 0-68 16,0 0-51-16,0 0-3 0,0 0 37 15,13 45-22-15,-13-21-35 0,3 1 37 16,-3-1-128-16,0 0 56 0,0 1-41 15,0 1-18-15,0 1-68 16,0-1 37-16,-3 1 0 0,3-3-367 16,0-3 136-16,0-5-226 0,3-4-946 15,-3-4 96-15</inkml:trace>
  <inkml:trace contextRef="#ctx0" brushRef="#br0" timeOffset="6609.9">20196 5261 1790 0,'0'0'958'0,"0"0"-836"15,0 0-32-15,0 0 201 0,0 0-33 16,20 52-65-16,-20-25-48 0,0-1-22 15,0 0-64-15,0 1-53 16,0-1 71-16,0-3-77 0,0 0-10 16,3-7 10-16,-3 4 0 0,3-7-92 15,0 0 92-15,-3-3-94 0,0-3-281 16,4-4 143-16,-4-1-159 0,0 2-724 16,0-3 115-16,0-1 368 0</inkml:trace>
  <inkml:trace contextRef="#ctx0" brushRef="#br0" timeOffset="6951.78">19893 5177 1763 0,'0'0'480'0,"0"0"-89"16,0 0-236-16,0 0 5 0,0 0 141 15,0 0-110-15,0 0-51 0,0 0 21 16,39 4 19-16,-17-2-38 0,-2 0-39 16,5 1 49-16,-2-1-65 0,3 2-84 15,3-2 106-15,0 0-109 16,3-1 46-16,4-1-18 0,3 1-10 15,-1-1 7-15,-2 0 64 0,-4 3-89 16,-3-3-114-16,0 1 111 0,-3-1-99 16,0 1-349-16,-3-1 108 0,-4 0-316 15,-6 0-1695-15</inkml:trace>
  <inkml:trace contextRef="#ctx0" brushRef="#br0" timeOffset="9797.81">21514 5181 75 0,'0'0'1920'16,"0"0"-1644"-16,0 0-53 0,0 0-16 15,0 0-114-15,0 0-35 0,0 0-36 16,0 0 20-16,0 0 6 0,0 0 45 16,-22 27 19-16,9-9-16 0,0 2 25 15,0 0 3-15,0-1-48 16,3-1-3-16,-3 3 66 0,0 0-60 15,0 2-76-15,4-3 56 0,-1 1-59 16,0-3-47-16,7-2 22 16,-3-2 19-16,2-6-193 0,1-1 145 0,3-3-41 15,0-2-143-15,0 0 203 16,0-2-42-16,3-2-128 0,4-6 163 16,6-5 0-16,0-5-45 0,0 0 87 15,0 1 20-15,-4 0-17 0,-2 0 26 16,-1-1-19-16,1 0-4 0,-1-2 13 15,-3 0-3-15,4 2-12 16,-4-3 21-16,0 1-25 0,4 3 4 16,-4-1 56-16,0 6 27 0,4-2 9 15,-4 5 38-15,-3 3-7 0,3 1 13 16,-3 3 12-16,0 0-54 0,0-1-45 16,7 3 16-16,-4 0-69 0,0 7 0 15,4 4 16-15,2 9 0 16,-2 0 6-16,2 3 54 0,1 0-17 15,0-3-49-15,-1 1 108 0,-2 1-112 16,3-1 47-16,-1 1-25 0,1-1-28 16,-4 0-3-16,4-4 3 15,-3 3 0-15,-4-3-50 0,3-2 38 16,-6-3 12-16,3-2-131 0,-3-5 109 16,0-1 3-16,0-1-198 0,0-2 164 15,-3 0-67-15,-3-1-293 0,3 0 106 16,-4-2-98-16,-3-5-512 15,4 2-109-15</inkml:trace>
  <inkml:trace contextRef="#ctx0" brushRef="#br0" timeOffset="10032.9">21411 5315 95 0,'0'0'1994'0,"0"0"-1783"0,35 11 102 16,-15-2 157-16,-4-3-240 0,3 1-39 16,4 1 11-16,-4 0-47 0,-3-2-136 15,4 3 28-15,-4-3-47 0,-3 1 0 16,0 1-95-16,0-4 94 16,-4 2-77-16,-2-5-214 0,-1 0 187 15,-2-1-70-15,-1 0-319 0,0-1 125 16,3-2-78-16,-6-1-800 15</inkml:trace>
  <inkml:trace contextRef="#ctx0" brushRef="#br0" timeOffset="10300.81">21689 5158 1820 0,'0'0'266'0,"0"0"-3"16,0 0 108-16,0 0-188 0,0 0-35 16,35 11 69-16,-22 4-23 0,-3 1-64 15,3 6 3-15,-4 1 3 16,-2-1-29-16,-4 1-32 0,4 0 35 16,-4 0-110-16,3-4 34 0,1 0-34 15,-4-2 0-15,3-1-99 0,-2-2 86 16,-1-3-38-16,0-5-235 15,-3-1 169-15,3-2-121 0,-3-3-464 16,3 0 198-16,1 0-94 0,-4-3-964 16</inkml:trace>
  <inkml:trace contextRef="#ctx0" brushRef="#br0" timeOffset="10576.87">21944 5124 1753 0,'0'0'376'0,"0"0"100"0,0 0-273 15,0 0-52-15,0 0 16 0,0 0-33 16,0 0-10-16,-23 37 13 0,17-17 21 16,-1 4-22-16,1 1 30 0,-1 0 41 15,4 0-48-15,-7 1-60 0,4-1 47 16,-1-2-146-16,1-1 46 0,3-1-46 15,-4 0 0-15,4-2-96 16,0-2 84-16,0-3-72 0,3-3-331 16,0-1 224-16,0-4-179 0,-4-3-870 15,8-2-161-15</inkml:trace>
  <inkml:trace contextRef="#ctx0" brushRef="#br0" timeOffset="11535.14">22528 5120 1256 0,'0'0'508'0,"0"0"-365"0,0 0-69 0,0 0 192 0,0 0 25 0,0 0-49 0,10 45 69 16,-3-22-87-16,-7 4-24 0,3 1 41 15,-3-2-52-15,0 1-60 0,0-1-88 16,3-1 62-16,-3-4-103 0,3-1 3 16,-3-4-5-16,3 0 2 0,-3-4-186 15,0-5 183-15,0-2-44 16,0-3-97-16,0-1 131 0,0 0 13 15,0-1-66-15,0 0 65 0,0-2 1 16,-3-3-137-16,3-4 136 0,-3-3 1 16,3-5-95-16,-3-2 92 15,3 0-38-15,0-3-163 0,3 0 79 16,-3-1-57-16,6 1-153 0,-2-2 251 16,2 2-26-16,7 1-94 0,0 5 204 15,3-1 84-15,7 5 248 0,-4 1-93 16,0 1 36-16,4 6 98 0,-4 0-146 15,-2 2-63-15,-4 2-70 16,-4 2 29-16,-2 1-123 0,-4-1 50 16,0 1-38-16,-3 4-12 0,0 1-3 15,0 3 3-15,-6 4 0 0,-1-1 3 16,-6-2-3-16,0 0 0 0,0-2 22 16,1 1-22-16,-5-2 0 0,1-1-40 15,3-1 24-15,0 3 16 16,4-4-167-16,-1 0 166 0,4-1-46 15,2-1-88-15,1-1 119 0,3 4 13 16,-3-2-35-16,3 1 38 0,3-1 45 16,4 5 2-16,2-1 88 0,1 2-34 15,3 1-29-15,0-3 37 16,-4 0-78-16,1-1 3 0,3 1 19 16,-3-3-53-16,-4 0-13 0,-3-3 1 15,4 2 12-15,-4-1-221 0,4-2 140 16,-1 3-115-16,-3-2-396 15,4-1 115-15,-1-1-276 0,-3-1-772 16</inkml:trace>
  <inkml:trace contextRef="#ctx0" brushRef="#br0" timeOffset="11907.42">22819 5452 903 0,'0'0'840'0,"0"0"-470"0,0 0-4 16,0 0 63-16,0 0-240 0,0 0-84 15,29-44-28-15,-22 27 69 0,2 3 19 16,1-1 9-16,0 0-45 0,-1 0-69 16,1-3-51-16,-3 1 70 0,2-1-79 15,-2 0 9-15,-1 1-9 16,1 2 0-16,-1 2-50 0,-3 3 50 16,0 3 0-16,-3 5 16 0,4 0-16 15,-4 2 0-15,0 0 28 0,0 0 14 16,0 0-42-16,0 5 12 0,0 10 19 15,3 1 41-15,0 6-72 16,0 0 115-16,1-1-65 0,2-3-35 16,1 4 91-16,-1-2-94 0,0 0 40 15,1-3-14-15,3 1-38 0,-4-2-22 16,1-1 22-16,-1-3 0 0,0 0-206 16,-2-5 190-16,-1-1-71 15,0-3-242-15,-3-2 178 0,0 0-86 16,0-1-392-16,0 0 307 0,0-4-89 15,-3-3-704-15,-4 2 313 0</inkml:trace>
  <inkml:trace contextRef="#ctx0" brushRef="#br0" timeOffset="12110.13">22855 5340 693 0,'0'0'1274'0,"0"0"-927"15,0 0-4-15,0 0 154 0,0 0-216 16,0 0-53-16,0 0-7 0,38-2-51 15,-21 6-57-15,2-1-79 16,-3 0 59-16,3 0-93 0,-2 0-49 16,2-1 21-16,-6-1-22 0,3 0-347 15,0-1 132-15,0 0-223 0,-3 0-760 16,0-1-79-16</inkml:trace>
  <inkml:trace contextRef="#ctx0" brushRef="#br0" timeOffset="12359.78">23226 5237 764 0,'0'0'1087'0,"0"0"-736"15,13 50-44-15,-10-33-7 16,0 3-165-16,4 0-29 0,-7-2-13 16,3 0-37-16,0 2-56 0,-3-5-86 15,4 3 9-15,-1-4-39 0,-3-3-144 16,3-3 98-16,-3-3-67 0,0-1-297 16,0-3 2-16,0 1-23 15</inkml:trace>
  <inkml:trace contextRef="#ctx0" brushRef="#br0" timeOffset="12642.73">23245 5201 1218 0,'0'0'696'0,"0"0"-291"15,46-13-88-15,-30 13 101 0,0 0-140 16,3 2-43-16,-3 4 40 15,-3 2-54-15,-3-2-78 0,0 5-84 16,-4-1 69-16,1 1-100 0,-7 0 9 16,3 0 46-16,-3 1-61 0,-3-2 15 15,-4 1 43-15,1 0-80 0,-4-2 52 16,0-2-30-16,-3 0-22 0,4-2-37 16,-1 0-6-16,0-2 43 0,1-2-312 15,5-1 190-15,-2 0-122 16,6 0-589-16,-3-1 96 0,3-7-582 0</inkml:trace>
  <inkml:trace contextRef="#ctx0" brushRef="#br0" timeOffset="13110">23468 5342 1123 0,'0'0'800'0,"0"36"-521"15,0-23-36-15,0 1-69 16,0-3-126-16,0 0-3 0,0-2-45 16,4-4 0-16,-4-1-16 0,0-2-32 15,0 0 29-15,3-1 19 0,-3-1 6 16,0 0 62-16,3-3-20 0,-3-2-29 16,3-3 23-16,-3-3-3 15,3-2-33-15,-3-5 10 0,0 3-16 16,0-4 0-16,0 2-22 0,0-4-68 15,-3-2-143-15,3-3 69 0,0 1 15 16,3 2-98-16,4 1 30 0,3 5-27 16,2 2 244-16,-2 4 81 0,3 0 108 15,0 4 113-15,-3 2-147 16,6 2 17-16,-3 3 118 0,0 3-129 16,0 4 13-16,0 4 129 0,-4-1-122 15,1 2-57-15,-7 3-64 0,0 0 50 16,1 1-12-16,-4-4 2 15,0 1 54-15,-4-2-85 0,1-1-69 16,3-1 109-16,-6-5-91 0,2 1 13 16,-2 0 41-16,-7 1-72 0,0-1 34 15,0 0-56-15,-3-2 22 0,6-2-301 16,4-1 147-16,-1 0-129 0,4-3-723 16,0-1-238-16,-3-4-240 0</inkml:trace>
  <inkml:trace contextRef="#ctx0" brushRef="#br0" timeOffset="13564.82">23743 5175 1053 0,'0'0'527'0,"0"0"-202"0,-20 42 175 16,11-25-162-16,2 4-29 15,-2 0 52-15,2 0-177 0,1-3-64 16,6 1-104-16,3-5 34 0,3-3-50 15,4 0-13-15,3-5 13 0,3-3 0 16,4-3-6-16,-1 0 6 0,-3-3 16 16,3-2-3-16,-2-2 103 15,-5-3 19-15,1 0 16 0,0-2 7 16,-6 0-62-16,-4-1-86 0,0-2 89 16,-3 2-99-16,0-3-28 0,-6 0-9 15,-4-1 24-15,-3-3-257 0,0 4 192 16,-3-3-85-16,6 5-425 0,4 4 288 15,-1 3-18-15,7 5-416 16,0 0 146-16,0 2-171 0</inkml:trace>
  <inkml:trace contextRef="#ctx0" brushRef="#br0" timeOffset="14065.75">23924 5353 209 0,'0'0'241'16,"0"0"-153"-16,0 0-88 0,0 0-10 16,0 33-32-16,0-31-154 0,3-1-12 15,0-1 208-15,0-2 35 0,1-3 216 16,-1-1 27-16,0-5 184 0,0-2-139 15,1-2-50-15,2-1-7 16,-3 1-184-16,0-1-11 0,4 0-13 16,-4-3-58-16,0-2-26 0,4 0-42 15,-4 2-26-15,7 0 10 0,-4 4 84 16,7 2 16-16,-3 5 107 0,-4 1 314 16,1 5-114-16,-1 2-34 15,-3 0 116-15,7 0-212 0,-3 3-80 16,-1 6-53-16,0 5 59 0,1 3-30 15,-7-2-70-15,0 1 96 0,0-2-102 16,0-2 27-16,-3 3-12 16,-1-4-28-16,1 1-56 0,-3 1 22 15,-1-2 3-15,-2 1-230 0,-1-3 192 16,0 0-70-16,7-3-235 0,-3-2 189 16,-1 1-5-16,4 0-115 0,-4 0 92 15,4 2-33-15,0-3-69 0,0 3 175 16,3-3 7-16,6-1 41 0,4 0 92 15,6 0 36-15,0-2 139 16,0-1-74-16,0 0-66 0,-3 0-35 16,4-1-186-16,-1-2-201 0,-3 0-718 15</inkml:trace>
  <inkml:trace contextRef="#ctx0" brushRef="#br0" timeOffset="14390.81">24276 5186 1646 0,'0'0'490'0,"0"0"-208"0,0 0 146 0,0 0-123 16,0 0-12-16,0 0 84 0,26 43-103 15,-23-23-71-15,0-1-67 16,0 1 22-16,1 0-155 0,-4-4 61 16,3 3-60-16,-3-4-4 0,0-1-198 15,3-1 186-15,-3-1-47 0,3-2-268 16,-3-3 197-16,0-2-84 0,0-2-521 16,-3 1 187-16,3-2-162 15,-3 1-1020-15</inkml:trace>
  <inkml:trace contextRef="#ctx0" brushRef="#br0" timeOffset="14584.74">24185 5125 1944 0,'0'0'241'16,"0"0"-21"-16,0 0 144 0,36-17-174 15,-20 16-52-15,7-3-23 16,6-1-35-16,3 4-71 0,0 0 7 16,1 2-32-16,-1-1-16 0,3 0-342 15,1 0-110-15,-10 0-223 0,0 0-997 0</inkml:trace>
  <inkml:trace contextRef="#ctx0" brushRef="#br0" timeOffset="14992.85">24544 5150 1223 0,'0'0'645'0,"0"0"-43"15,0 0-376-15,0 0-23 0,0 0 12 16,0 0 31-16,0 0-11 0,6 44-55 16,-6-25-23-16,0 2-50 15,0 0-38-15,0-5 72 0,4 1-64 0,-4-2-70 16,3 1 70-16,0-3-77 15,3-1-37-15,1-3 34 0,6 0 3 16,0-1-165-16,0-4 165 0,3-1-81 16,0-2-234-16,0 0 148 15,-3-1-176-15,3-4-405 0,-3-1 353 16,-3 1-17-16,-4 0-936 0</inkml:trace>
  <inkml:trace contextRef="#ctx0" brushRef="#br0" timeOffset="15196.2">24599 5249 1724 0,'0'0'532'0,"0"0"75"16,0 0-297-16,0 0-83 15,0 0-49-15,0 0-64 0,42 18-114 16,-29-18-38-16,0-4 16 0,-4-2-102 15,-2 2-383-15,-4-2 59 0,0 2-76 16,-3-5-749-16,3 4 517 0</inkml:trace>
  <inkml:trace contextRef="#ctx0" brushRef="#br0" timeOffset="15423.96">24631 5144 733 0,'0'0'329'0,"0"0"45"0,0 0-58 0,0 0-160 16,36-5-20-16,-17 3 36 0,0-4-130 15,1 3-19-15,-1-3-23 16,0 4 1-16,-2-1 2 0,-1 3 178 16,-7 1 32-16,1 3 0 0,-3 6-11 15,-4 1-91-15,0 7 17 0,-3-2 38 16,0 3-5-16,-3 0-41 0,0-1-54 16,-1 2 32-16,1-4-98 0,0 1-26 15,0-4 4-15,-1-1 7 0,1-4-253 16,3-4 93-16,-3-1-121 0,3 0-448 15,-3-1 307-15,0-2-67 16,3 0-451-16</inkml:trace>
  <inkml:trace contextRef="#ctx0" brushRef="#br0" timeOffset="15687.04">24828 5240 1451 0,'0'0'517'0,"36"31"-215"0,-17-15 66 16,-3-5-110-16,7-1-37 0,-4-5 57 16,4 1-85-16,-7-4-66 0,3-2-86 15,-6-2 60-15,0-5-39 0,0-2-5 16,-3-3 157-16,-1 0-47 0,-5-2-80 16,2 0 74-16,-6-2-59 15,0 1-62-15,0-1 135 0,0-1-163 16,-6-3 67-16,-1 1-109 0,-3 0 30 15,1-2-301-15,2 6 224 0,-2 3-108 16,2 4-378-16,7 7 247 0,0 1-271 16,0 2-1189-16</inkml:trace>
  <inkml:trace contextRef="#ctx0" brushRef="#br0" timeOffset="15887.19">25229 5499 3265 0,'0'0'788'0,"0"0"-650"16,0 0-138-16,0 0-54 16,0 0-296-16,0 0-39 0,0-38-642 15</inkml:trace>
  <inkml:trace contextRef="#ctx0" brushRef="#br0" timeOffset="-127607.42">15193 8619 427 0,'0'0'408'0,"0"0"302"0,0 0-213 16,0 0-270-16,0 0-36 15,0 0 35-15,0 0-111 0,0 0-28 16,0-18-29-16,0 18-13 0,4 0-45 16,-4 6 1-16,0 0 41 0,0 9 44 15,0 1 64-15,0 5 0 0,-4 1-32 16,-2 0-17-16,-1 2 16 16,1 2-67-16,-4-3-31 0,7 0 28 15,-10-1-47-15,13-5-57 16,-6-3 38-16,6-4 9 0,-4-6-151 15,-2-1 161-15,6-1-35 0,0-2-60 16,0 0 79-16,0-5 13 0,0-6-146 16,0-10 37-16,10-3-41 0,-7-1-69 15,-3-3 145-15,3 1-26 0,-3 1-35 16,0-2 70-16,0 1-19 0,7 2 38 16,-4 1 49-16,3 2 10 0,-6 5-6 15,7 8 64-15,-4 4 52 0,0 2 115 16,0 2-84-16,-3 1-51 0,10 1-4 15,-3 10 16-15,5 6 3 16,1 6 41-16,4 7-20 0,-1-4-54 16,0 2-72-16,0-1 62 0,0-2-72 15,0-1 16-15,0-2-16 16,-6-3 0-16,6-2-42 0,-3-4 17 16,-10-5 22-16,7-2-141 0,-3-2 142 15,-4-2-15-15,3-1 1 16,1-1 16-16,2 0 64 0,-9-7 2 15,10-4 60-15,-3-9-38 0,-7-1-6 16,6-3 57-16,-6 0-68 0,0-2-64 16,0-3 74-16,-6 0-81 0,6 1-10 15,-4 2 7-15,1 3 3 0,3 3-140 16,0 7 124-16,7 2 4 0,-7 3-124 16,6 5 124-16,-3 1-29 0,4 0-214 15,-1-1 90-15,1 3-128 0,2 0-803 16,-5 4 14-16</inkml:trace>
  <inkml:trace contextRef="#ctx0" brushRef="#br0" timeOffset="-126986.4">15581 8669 1140 0,'0'0'524'0,"6"35"-157"0,-6-18 73 15,4-2-281-15,-4-3-21 0,3-1 10 16,-3-3-106-16,3-5-42 0,-3 0-63 16,3 0 47-16,1-2-33 0,-4-1-79 15,3-1 95-15,-3-6 33 0,3-8 5 16,-3-3 40-16,0-3-13 0,-3-1 29 16,0 3 13-16,-4-7 16 0,1 2 32 15,-1-2-7-15,-3 3-51 16,10 2-48-16,0 1-32 0,0 9 16 0,0 5-80 15,10-3 80-15,0 5 3 16,3-2 26-16,6 2 73 0,-3-1-16 16,0 4 47-16,-3 0 73 0,-3 1-43 15,0 0-17-15,-7 0 38 16,0 2-72-16,0 3-103 0,4 0 65 16,-7 5-74-16,3 4 38 0,-3 1-14 15,-3-2-24-15,0 0 43 0,-1-2-39 16,-2-1-4-16,3 0-31 15,0-3 3-15,-4 1 28 0,7-5-187 16,0 1 185-16,0 0-43 0,0-2-151 16,10 3 192-16,-7-2-9 0,3 2-59 15,4 0 72-15,-3-1 0 0,-1 2-16 16,4-2 16-16,-4 4 0 0,4 3 3 16,-4 0-3-16,4 2 0 0,-4 1 32 15,-6-2 18-15,0 3 1 0,0-1-48 16,-3-1 109-16,0-3-49 0,0-3-63 15,-4 1 136-15,7-5-37 16,-6-1-46-16,-4 3 116 0,0-2-104 16,-6-2-35-16,0-1 59 0,0 0-89 15,6-1-6-15,-3-2-40 16,4-4 46-16,-1-3-416 0,4 1 180 16,-1-5-254-16,4-2-1061 0,3 4-256 15</inkml:trace>
  <inkml:trace contextRef="#ctx0" brushRef="#br0" timeOffset="-126553.42">16149 8656 2381 0,'0'0'519'0,"0"0"-58"0,0 0-71 16,0 0-202-16,0 0-27 0,0 0-17 15,0 0-42-15,0 0-102 0,0 0-171 16,0 0 137-16,23-14-86 0,-17 10-328 15,1 2 67-15,-1 1-407 16,-2 1-1380-16</inkml:trace>
  <inkml:trace contextRef="#ctx0" brushRef="#br0" timeOffset="-126414.67">16195 8744 1907 0,'0'0'1053'0,"0"0"-695"16,0 0-113-16,0 0-87 15,0 0-44-15,0 0-114 0,0 0-73 16,0 0 61-16,0 0-159 0,45-11-951 16,-29 2-604-16</inkml:trace>
  <inkml:trace contextRef="#ctx0" brushRef="#br0" timeOffset="-125620.79">16847 8505 209 0,'0'0'1084'0,"0"0"-473"0,0 0-289 0,0 0-67 0,0 0 64 16,0 0-148-16,0 0-53 0,0 0-9 15,0 0-23-15,26-33-41 0,-23 33-45 16,4 0 54-16,-1 0-19 0,0 5-19 15,4 10 70-15,0 1-14 16,-4 7-11-16,7 2 65 0,-10 3-44 16,-3 0-63-16,0 3 75 0,0 0-94 15,0-1 41-15,0 0-23 16,0-5-18-16,-3-3-47 0,3-2 35 16,0-5 12-16,0-2-57 0,0-3 56 15,0-3 1-15,0-2-63 0,3-3 62 16,-3 3 1-16,7-3-47 15,-1 0 47-15,4-1 0 0,3-1 28 16,3 0 4-16,0-2-29 0,0-2 29 16,-3-1 15-16,-3-1-47 0,3 0 34 15,-3 2-28-15,-4-4-6 0,4 3-15 16,-4-3-17-16,1 4 32 0,-1-2-283 16,-3 2 115-16,1-3-109 0,2-3-511 15,-3-1 156-15,-3 1-179 0</inkml:trace>
  <inkml:trace contextRef="#ctx0" brushRef="#br0" timeOffset="-125275.03">17151 8521 1709 0,'0'0'782'0,"0"0"-466"15,0 0-24-15,0 0 1 0,0 0-93 16,0 0-76-16,0 0-111 15,0 0 53-15,0 0-25 0,0 0-32 16,13 12 98-16,-10 6-66 0,0 2-19 16,0-1 35-16,-3 2-57 0,3-3 25 15,-3-1-25-15,0 2 0 0,4-3-33 16,-4 2 33-16,0-4 0 0,3 0-52 16,3-2 50-16,-2-2 2 0,2 0-65 15,1-3 65-15,2-2 0 16,1 3-13-16,6-4 13 0,0 0 0 0,-3-4-13 15,3 0-8-15,-6-5 21 16,3 2-205-16,-7-3 78 0,7 2-102 16,-9-5-557-16,5-2 252 0,-6 2-152 15,1 2-645-15</inkml:trace>
  <inkml:trace contextRef="#ctx0" brushRef="#br0" timeOffset="-125088.4">17215 8612 854 0,'0'0'691'0,"0"0"-214"0,0 0-49 16,0 0-199-16,0 0 73 0,39 17 66 15,-23-12-155-15,-3 1-64 0,0-5-86 16,0 0 22-16,-7-1-85 0,4 0-79 16,-3-1 13-16,-7-3-89 0,6 1-256 15,-3-5 135-15,4 0-149 0,-7-4-617 16,0 0 61-16</inkml:trace>
  <inkml:trace contextRef="#ctx0" brushRef="#br0" timeOffset="-124936.56">17235 8467 840 0,'0'0'752'0,"0"0"89"0,0 0-522 16,0 0-97-16,0 0-11 0,0 0-86 15,0 0-58-15,48-26-61 0,-25 22 29 16,-1-1-35-16,-2 2-70 15,2-1 54-15,1 0-108 0,3-1-936 16,-7 1-706-16</inkml:trace>
  <inkml:trace contextRef="#ctx0" brushRef="#br0" timeOffset="-124353.77">17755 8484 1916 0,'0'0'192'0,"0"0"122"0,0 0 121 16,0 0-249-16,-46-26-45 0,33 21-61 15,1 4 19-15,-5 1-39 0,1 0-53 16,0 3 50-16,6 2-57 15,-2 0 9-15,2 4-21 0,0 1 12 16,4 0-103-16,2 0 101 0,1 3-9 16,6-2-88-16,4 0 98 0,-1 2-27 15,7-2-40-15,3 2 68 16,4-2 0-16,-1 1-9 0,4 0 9 16,-1 0 22-16,1 0-12 0,0 0 54 15,-1-1 0-15,-6 2 5 0,1-2 49 16,-5-1-48-16,-2 0-58 15,-10-4 83-15,7-2-16 0,-7-3 41 16,0 3 107-16,-7 1-3 0,-3-3 30 16,-12 3-33-16,-1-2-166 0,-6-2-9 15,0-1 12-15,0 0-58 0,3-5-27 16,-3 0 27-16,10-1 0 0,-1-1-219 16,4-1 198-16,3 1-78 0,7 1-295 15,6 2 228-15,13-3-126 0,6 1-697 16,7 1 349-16,-10 1-166 15</inkml:trace>
  <inkml:trace contextRef="#ctx0" brushRef="#br0" timeOffset="-123206.48">18565 8396 147 0,'0'0'1581'0,"0"0"-1049"0,0 0-270 16,0 0-94-16,0 0 28 15,0 0-74-15,0 0-122 0,0 0-38 16,0 0 38-16,0 0 12 0,-13 42 53 16,10-15 75-16,3 2 7 0,0-3 76 15,0-1-27-15,7-1-74 0,-1-3-103 16,4-3 72-16,-1-4-78 0,4-2 21 16,4-3 11-16,-1-7-45 0,3-2 28 15,0-3 44-15,1-7-3 0,-1-1-54 16,-3-2 119-16,-3-3-116 15,-3 1 26-15,0-1 30 0,-7-1-65 16,0 1 41-16,0-3-1 0,-3 5-49 16,-6-3-105-16,3 4 105 0,-4 3-90 15,4 3-233-15,0 1 241 16,3 4-44-16,0-1-221 0,0 1 157 16,3-2-130-16,3 2-201 0,4 0 304 15,3-1-29-15,3 0-199 0,4 0 110 16,-4 2 16-16,3 0-268 15,-3 0 277-15</inkml:trace>
  <inkml:trace contextRef="#ctx0" brushRef="#br0" timeOffset="-123004.93">18937 8415 68 0,'0'0'330'0,"0"0"133"15,0 0-128-15,0 0-19 0,0 0 175 16,32 39-167-16,-25-20-75 0,-4 4 73 16,-3 1-117-16,0 0 3 0,0 1 40 15,0-2-100-15,3 0-97 0,-3-2-26 16,3-4 0-16,-3-5-25 15,3-2-102-15,-3-6 101 0,0-2-40 16,4 2-89-16,-4-3 130 0,0-1-28 16,0 0-61-16,0-5 25 0,0-2-146 15,-7-10-272-15,4 1 175 16,-7-4 9-16,-3-1-167 0,0 2 32 16,1 3-26-16</inkml:trace>
  <inkml:trace contextRef="#ctx0" brushRef="#br0" timeOffset="-122802.2">18801 8386 1564 0,'0'0'322'0,"0"0"96"0,0 0-17 16,0 0-211-16,0 0-49 0,0 0 3 15,0 0-13-15,26-37-26 0,-10 31-3 16,0 1 27-16,4 1-12 0,-1 0-10 16,0 4-3-16,1 0-104 0,-4 2-25 15,3 2 22-15,-3 1 3 0,1 3-158 16,-1-1 102-16,0 2-71 15,-3-1-219-15,0 2 109 0,0-2-284 16,-7-4-1145-16</inkml:trace>
  <inkml:trace contextRef="#ctx0" brushRef="#br0" timeOffset="-122509.47">19095 8379 1479 0,'0'0'354'0,"0"0"-49"0,0 0-69 16,0 0-110-16,0 0 7 0,0 0 86 16,42 35-52-16,-29-12-4 0,0 0 35 15,-3-1-81-15,-1-6-47 0,1 2-54 16,-7-4 38-16,10 0-54 0,-10-3 19 16,7-3-16-16,-7-4-3 0,0-3 16 15,1 2 9-15,-1-1 35 0,3-2 0 16,1-5 125-16,-4-3-62 15,4-9-95-15,2-4 69 0,-2-2-97 16,-4 1-6-16,0 3-7 0,0-2 13 16,-3-1-245-16,0 1 120 0,4 2-150 15,-1 4-533-15,3 3 217 16,1 4 104-16,2 4-161 0,-2 3 440 16,-7 1 22-16,10 1-307 0</inkml:trace>
  <inkml:trace contextRef="#ctx0" brushRef="#br0" timeOffset="-122183.4">19360 8428 408 0,'0'0'498'0,"0"44"17"0,-3-23 187 16,3-6-420-16,3-3-66 0,0-3 42 16,-3-5-133-16,3-2-32 0,1 2-13 15,2-3 9-15,-3-1-19 0,4-2 7 16,2-6 28-16,-2-6-36 0,-1-4-37 16,4 3 63-16,-4-5-95 0,4 5 44 15,-7-3-44-15,7 1 0 0,-3-1-40 16,-4 3 39-16,6 0 1 15,1 2-70-15,-3 7 70 0,-1 0 0 16,1 4-24-16,-4 2 24 0,6 0 0 16,-2 8 1-16,3 6 15 0,-4 1 31 15,1 6-9-15,-1 0 107 16,-6 0-35-16,0 2-50 0,0 0 41 16,3-1-101-16,-3 1 18 0,3-1-18 15,-3-4 0-15,0 2-56 0,4-2 22 16,-4-4 34-16,0-3-208 15,0-1 173-15,0-6-50 0,0 1-159 16,-4-4 127-16,-2-1-164 0,0 0-719 16,-4-5 14-16,-3-1 207 0</inkml:trace>
  <inkml:trace contextRef="#ctx0" brushRef="#br0" timeOffset="-121993.99">19350 8427 837 0,'0'0'1025'0,"32"-3"-587"16,-6 1 117-16,-3 2-292 0,0 0-36 16,6 0 1-16,-4 2-76 0,1-2-86 15,0 0-47-15,0 0-38 16,-7 1-56-16,10 0-312 0,-6-1-145 16,-7 0-674-16</inkml:trace>
  <inkml:trace contextRef="#ctx0" brushRef="#br0" timeOffset="-121637.89">19705 8307 2013 0,'0'0'450'0,"0"0"-86"0,0 0-2 15,0 0-151-15,-9 38-40 0,9-17-12 16,0-1 4-16,0 2-59 15,0-1-73-15,0-3 58 0,0 0-89 16,0 0 25-16,0-3-25 0,0-1 0 16,0 0-65-16,9-5 50 0,-5-1 15 15,-1-2-111-15,-3-3 98 16,10-1 13-16,-4-1-170 0,7-1 155 16,0-1 14-16,3-2-44 0,0-2 45 15,-6 2 0-15,-4 0 13 0,4 2 0 16,-3 0-13-16,-4 1 22 15,3 0 28-15,-3 1-44 0,1 3 35 16,-1-2-15-16,0 3-26 0,-3-2-4 16,0-1 1-16,0 0 3 0,0-2-116 15,0 0 115-15,3 0-126 0,-3-4-324 16,4-6 159-16,5-3-133 0,-2-2-464 16,-1-3 231-16,-3 6 97 0</inkml:trace>
  <inkml:trace contextRef="#ctx0" brushRef="#br0" timeOffset="-121181.52">19899 8388 78 0,'0'0'229'15,"10"-35"103"-15,-10 27-247 0,6 1 22 16,-6 4 333-16,0-2-144 0,0 2 16 16,0 3 262-16,-6 2-425 0,3 9-62 15,-10 8 170-15,10 3-23 16,-7 3-33-16,7 1 12 0,-1 1-55 16,4-3-54-16,4-2-48 0,2-1 38 15,1-3-94-15,2-1-12 0,1-4 12 16,6-2 0-16,0-6-107 15,0 0 94-15,1-3 13 0,-1-2-31 16,-7-3 31-16,8-3 0 0,-8 1 19 16,1-3-16-16,0-2-3 0,-7-1-127 15,0-2 111-15,0 2-38 0,-3-1-123 16,-6-1 136-16,-1 2-45 0,-6 0-109 16,4 1 173-16,-4 2 9 0,0 5 13 15,6 0 13-15,1 2 44 0,3 1 65 16,3 0 14-16,-3 0-59 15,3 3-74-15,0 2 85 0,0 1-15 16,6 0-57-16,0 2 66 0,1-2-57 16,-1-1-6-16,4-3 50 0,3 0-44 15,-3 0 4-15,-1-2 8 16,1 0-37-16,-3 0 16 0,-1 0-16 16,0 0 0-16,1-4 0 0,-4 2 0 15,4-1 0-15,-4 1-131 0,-3-2 131 16,10 2-57-16,-7 1-138 15,0 0 194-15,-3 1-18 0,0-1-102 16,6 1 64-16,-2-1-92 0,-1-4-361 16,0 3 52-16,0-1-182 0,1 0-1043 15</inkml:trace>
  <inkml:trace contextRef="#ctx0" brushRef="#br0" timeOffset="-120903.87">20213 8315 42 0,'0'0'1214'0,"0"0"-408"0,0 0-456 0,0 0-69 15,0 0 85-15,0 0-139 16,0 0-23-16,0 45-4 0,-4-22-49 16,4 1-32-16,4 4 14 0,-4-3 57 15,0 0-85-15,0-2-105 0,0-1 81 16,0-2-81-16,0-5-139 15,0-2 95-15,0-3-87 0,0-3-227 16,0-5 225-16,0 0-16 0,0-2-175 16,0 0 112-16,-4-2-180 0,4-4-1076 15</inkml:trace>
  <inkml:trace contextRef="#ctx0" brushRef="#br0" timeOffset="-120718.72">20087 8271 1872 0,'0'0'651'0,"0"0"-239"16,0 0 17-16,0 0-216 0,0 0-46 15,0 0-38-15,35-16-22 16,-15 15-107-16,9 1 6 0,-4 0-6 16,14 0 0-16,-7 3-104 0,4 0-16 15,0 2-193-15,-1 0-789 0,-6-3-430 16</inkml:trace>
  <inkml:trace contextRef="#ctx0" brushRef="#br0" timeOffset="-120158.67">20519 8317 910 0,'0'0'596'0,"0"0"-287"0,0 0-24 15,33 18 75-15,-30-5-218 0,-3 5 6 16,0 4 96-16,-3 2-106 0,-7-1-39 16,0 1-13-16,1 0 10 0,-4-1-52 15,3 1-41-15,4-1 55 16,-1-2-58-16,4-4 6 0,3 1-6 16,0-5 0-16,6-1 19 0,1-3 9 15,6-1-28-15,0-5 4 0,0-2-4 16,-1-1 0-16,5-2 19 15,-1-4 0-15,-7 0-19 0,4-1-99 16,-6-3 10-16,3 0-153 0,-10-3-343 16,3 0 217-16,-3 1-60 0,-3-4-666 15,-1 5 386-15</inkml:trace>
  <inkml:trace contextRef="#ctx0" brushRef="#br0" timeOffset="-120003.47">20490 8458 896 0,'0'0'599'0,"0"0"-180"15,0 0 71-15,0 0-255 0,0 0 16 16,0 0 19-16,36 2-139 0,-20-2-52 16,0-1-66-16,0-3 35 0,-6 1-48 15,-4-2-123-15,1 0-152 16,-4 3-247-16,0-1-822 0,-3-2 578 16</inkml:trace>
  <inkml:trace contextRef="#ctx0" brushRef="#br0" timeOffset="-119879.58">20526 8336 810 0,'0'0'807'0,"0"0"-12"16,0 0-517-16,0 0-66 0,0 0 70 15,0 0-122-15,42-21-71 0,-23 19-67 16,-3 0 26-16,4 0-48 0,-1 0-73 16,1 1-32-16,-4 0-270 0,-3 0-1458 15</inkml:trace>
  <inkml:trace contextRef="#ctx0" brushRef="#br0" timeOffset="-118904.16">21227 8327 826 0,'0'0'684'0,"0"0"-463"0,0 0 165 15,3 44-126-15,-3-19-44 0,0 6 77 16,-3 0-126-16,3-2-55 15,-3 2-45-15,-4-5 3 0,7-1-66 16,-3-3 21-16,3-3-27 0,0-7 2 16,0-2-99-16,0-5 67 0,0 0-13 15,0-4-41-15,0 1 83 16,0-2-45-16,0-2-13 0,0-9 9 16,0-7-2-16,3-1-37 0,4-5 90 15,-1-2-11-15,-3 1-21 0,4-2 33 16,-1-3 0-16,4 2 16 15,0-1-17-15,2 3 1 0,8 2 0 16,-1 3 68-16,1 1 64 0,5 5 119 16,-5 1-34-16,2 5-2 0,-2 3 50 15,-7 4-89-15,0 2-90 0,-4 2-74 16,-2 4 47-16,-7-3-59 0,0 3 22 16,-3 4 9-16,-7 7-31 0,-6 2-28 15,-4 0 0-15,-2 0 25 0,-1-5-116 16,0 3 116-16,1-4 3 15,-4 1-117-15,3-2 105 0,1 1-10 16,2-2-183-16,1-1 114 0,6 1-23 16,3-3-106-16,4-3 172 0,3 1-6 15,0-2-42-15,3 0 96 16,3 2-26-16,3 0 26 0,10 1 39 16,4 1 69-16,9 0 49 0,-3-1-21 15,-4 0-31-15,1-2-51 16,-1 0 34-16,-5 0-88 0,2-3-16 15,-6 0-9-15,0 1-3 0,0-3-210 16,-7-2 143-16,1 0-84 0,-4-2-373 16,3-2 105-16,-2 0-23 0,2-7-524 15,-3 1 404-15</inkml:trace>
  <inkml:trace contextRef="#ctx0" brushRef="#br0" timeOffset="-118639.96">21534 8361 1278 0,'0'0'696'0,"0"0"-220"0,0 0-128 0,0 0 24 0,0 0-212 0,0 0-30 16,-4 53 0-16,-5-28-13 0,2-1-85 15,1 0-16-15,3-3 40 16,-1 2-49-16,1-1 24 0,3-1 7 16,3-4-38-16,1 3 6 0,5-3-6 15,-2-2 0-15,6-2-58 16,-1 0 58-16,5-3 0 0,-4-1-7 15,-1-4 7-15,5 0 0 0,-8-4-129 16,1-1 94-16,-4-1-50 0,-2-4-160 16,2 3 137-16,-3-2-59 0,1-6-344 15,-1-2 90-15,-3-6-50 0,-3 5-718 16</inkml:trace>
  <inkml:trace contextRef="#ctx0" brushRef="#br0" timeOffset="-118487.64">21537 8482 1943 0,'0'0'328'0,"0"0"14"16,0 0 93-16,45 17-234 0,-29-12-73 15,0-3-52-15,0-2-9 16,1 0-67-16,-4-2-42 0,-4-2 41 16,-2 1-145-16,-4-5-415 0,0 1 70 15,-3-3-177-15</inkml:trace>
  <inkml:trace contextRef="#ctx0" brushRef="#br0" timeOffset="-118338.98">21527 8332 408 0,'0'0'1326'0,"0"0"-1046"0,0 0 264 16,52 2-338-16,-30-1-81 0,-2 2-51 15,6-2-48-15,-4 3-26 0,1 3-219 16,-1 2-81-16,-2 1-98 15,-1 2-460-15,-6-1 164 0</inkml:trace>
  <inkml:trace contextRef="#ctx0" brushRef="#br0" timeOffset="-118038.79">21821 8658 404 0,'0'0'375'16,"0"0"-153"-16,-3 41 172 0,3-38-261 15,0-2 66-15,0-1 87 16,0 0-127-16,3-4 103 0,0-8-7 15,4-7-175-15,-4-3-44 0,3-2-33 16,-2 1 16-16,-4 1-17 0,0-2 50 16,0-3 15-16,0-2-57 0,0-3-7 15,-4-2-6-15,1 1-20 0,0 3-131 16,3 1 90-16,3 8-1 0,4 6 62 16,-4 4 3-16,7 4 135 0,-1 1 100 15,4-1-75-15,3 1-29 0,0 2-39 16,1 3-3-16,-1 1-89 15,0 5 35-15,-3 0-31 0,0 2-4 16,0 0-184-16,-4 2 56 0,-5 3-61 16,-1 0-216-16,-3 4 169 0,-3-3-208 15,-1-1-893-15</inkml:trace>
  <inkml:trace contextRef="#ctx0" brushRef="#br0" timeOffset="-117901.9">21798 8508 1032 0,'0'0'616'16,"36"0"-285"-16,-10-3-101 0,-7-4-107 15,4 1-121-15,-4-2-2 0,1-1-138 16,-8 3-342-16,-2-2-344 0</inkml:trace>
  <inkml:trace contextRef="#ctx0" brushRef="#br0" timeOffset="-117696.7">21999 8441 411 0,'0'0'512'0,"-13"33"-160"0,10-13-21 15,3-2 192-15,-4 0-273 16,4 1-34-16,0-3 48 0,7 0-119 16,2 0-46-16,4-2-16 0,-3-3 0 15,6 1-57-15,-3-4-4 16,0-3-38-16,3 0 16 0,-3-4-188 15,0 0 50-15,0-3-58 0,-7-4-204 16,1 2 24-16,-4-1-134 0,0 2-823 16</inkml:trace>
  <inkml:trace contextRef="#ctx0" brushRef="#br0" timeOffset="-117527.7">22047 8497 1650 0,'0'0'824'0,"0"0"-553"0,0 0-62 16,0 0 46-16,32 0-131 0,-19-2-92 16,0 0-30-16,0-2-4 0,-10 3-88 15,4-1-304-15,-4 1 123 16,0-2-214-16,-3-2-780 0</inkml:trace>
  <inkml:trace contextRef="#ctx0" brushRef="#br0" timeOffset="-117026.4">22089 8383 1327 0,'0'0'270'0,"0"0"3"0,42-9 116 16,-23 9-224-16,-2 0 6 0,-1 1 80 16,-3 6-125-16,3 2-65 0,-6 1-58 15,-4 3 48-15,0 2-9 0,-6 3-10 16,4 0 48-16,-4 3-26 15,0-1-48-15,-4 2 52 0,1-1-8 16,0-4-24-16,3 0 34 0,-3-2-60 16,0-5-22-16,-1-4 9 0,4-2-34 15,-3-4-167-15,3 0 182 16,-3-4-6-16,3-9-283 0,0-4 66 16,0-6 48-16,-3-5-126 0,-1 0 154 15,4 0 4-15,-3 3-21 16,3 0 142-16,7 0 54 0,2 4 290 15,7 1-34-15,1 4-29 0,2 1 107 16,0 4-125-16,4 5 10 0,0 2 72 16,-4 3-122-16,0 1-48 0,-3 3-64 15,-3 3 19-15,-3 4-35 0,0 2-35 16,-7 1 54-16,-3 3-60 0,0-2 35 16,-3 2-16-16,-4 1-19 0,-2-1-23 15,-1 1 21-15,-3-1 2 0,0 1-76 16,3-3 76-16,-2 0 0 15,5 0 0-15,1 1 13 16,-1-1-13-16,4-2 25 0,3 1-9 0,0-4-16 16,3-4-63-16,0 2 59 0,7-4-81 15,3 2-236-15,0-5 72 16,0 0-298-16,-4-6-1439 0</inkml:trace>
  <inkml:trace contextRef="#ctx0" brushRef="#br0" timeOffset="-116511.7">22580 8568 924 0,'0'0'361'0,"0"0"215"0,0 0-238 0,0 0-63 15,0 0 150-15,0 0-201 16,0 0-83-16,0 0 60 0,0 0 5 16,0 0-65-16,7-4-30 0,-1-3 37 15,7 0-45-15,-3-9-91 16,-1 2 76-16,4-1-88 0,-3-1-10 15,0 1 10-15,2 0 0 0,-2-4-95 16,3 0 67-16,0 0 18 0,0 0-144 16,0 4 138-16,0 0-3 0,0 7-72 15,-4 2 91-15,-2 4 0 0,-4 1 3 16,4 1 16-16,-4 4-19 0,0 9 22 16,0 7 7-16,-3 5 27 0,0 5-56 15,0-3 98-15,0 1-88 0,0-3 30 16,-3 1 7-16,3 1-47 15,-3-2 12-15,0-3-15 0,-1-2 3 16,1-4-185-16,0-1 138 0,0-2-60 16,-1-4-199-16,1-2 131 0,-3-4-64 15,2-2-570-15,-5-1 124 16,2 0-145-16</inkml:trace>
  <inkml:trace contextRef="#ctx0" brushRef="#br0" timeOffset="-116354.96">22593 8453 654 0,'0'0'1163'0,"0"0"-813"0,52-13 267 15,-30 10-398-15,4 3-59 0,3-1-80 16,3 2-48-16,1-1-32 0,-1 2-105 16,4 0-183-16,-4 0-393 0,-6 1-1229 15</inkml:trace>
  <inkml:trace contextRef="#ctx0" brushRef="#br0" timeOffset="-115996.62">23016 8375 1370 0,'0'0'429'0,"0"0"-20"0,0 0 279 15,-3 37-310-15,-10-17-76 0,3 3 70 16,-3-3-159-16,4 0-160 15,-4-3-3-15,3-1-31 0,4-1-19 16,2-5-81-16,-2-3 53 0,6-3 25 16,-3-3-142-16,3-1 132 0,0 0-21 15,0 0-183-15,3-4 113 16,3-7-70-16,1-6-315 0,2 0 145 16,1-3-57-16,-3-1-280 0,-4 1 362 15,3 2-7-15,1 5-460 0</inkml:trace>
  <inkml:trace contextRef="#ctx0" brushRef="#br0" timeOffset="-115791.64">23016 8375 377 0,'10'9'714'16,"-4"-7"-151"-16,1 9-244 0,6 8 331 16,-4 3-290-16,4 3-119 0,0-2 23 15,0-2-103-15,0-1-63 0,3-4-50 16,-3-4 59-16,0-2-67 0,3-1-33 16,-3-6 93-16,0-1-5 0,-3-2-11 15,3-4 99-15,-7-6-53 0,4 0-108 16,-4-2 98-16,-3-2-120 15,-3-2 58-15,0 0-27 0,-3-4-31 16,0 2-157-16,-4-3 126 0,1-3-101 16,0-2-331-16,-4 2 92 15,3 0-164-15,4 2-793 0,0 9-6 16</inkml:trace>
  <inkml:trace contextRef="#ctx0" brushRef="#br0" timeOffset="-115468.73">23426 8284 783 0,'0'0'306'0,"0"0"208"16,0 0-215-16,0 43 6 0,-9-29 93 15,-1 1-231-15,-3 0-51 0,-3 0-7 16,3 3-19-16,0-1-64 0,0 0-7 16,7-2-38-16,-1-2 16 0,7-1-135 15,0 2 80-15,7-6-45 0,6 1-132 16,-1 0 102-16,5-3-19 15,-1 0 0-15,-3-1 149 0,0 0 1 16,-7 0-2-16,1 0 4 0,-4-1 25 16,0-1 173-16,0 4-7 15,-3-2 41-15,0 3 34 0,-3-1-135 16,-3-1-79-16,-7 1-40 0,3-2-24 16,0 1-11-16,4-4-284 0,3-2 17 15,-4 0-160-15,7-8-681 0,-3 3 381 16</inkml:trace>
  <inkml:trace contextRef="#ctx0" brushRef="#br0" timeOffset="-115201.58">23604 8356 905 0,'0'0'1077'16,"0"0"-762"-16,0 0 18 0,0 0 174 15,0 0-255-15,6 47-80 0,-9-24-77 16,-3-1 0-16,2 1-64 15,1-5-18-15,0 2 50 0,3 0-63 16,0-2 34-16,3-1-18 0,4-2-16 16,-1-2-13-16,4 1 13 15,3-6 0-15,0-1-69 0,3-3 47 16,0 1 22-16,0-4-164 0,4 0 139 16,-1-1-4-16,-3-1-107 0,-3-2 78 15,0-3-66-15,-3 2-366 16,-4-3-43-16,-3 0-139 0,0 0-723 15</inkml:trace>
  <inkml:trace contextRef="#ctx0" brushRef="#br0" timeOffset="-114769.58">23656 8495 245 0,'0'0'2200'0,"0"0"-1765"0,0 0-131 0,0 0-4 16,0 0-132-16,0 0-52 15,0 0-34-15,0 0 22 0,0 0-104 16,0 0 3-16,19-22-37 0,-16 14 18 16,0 1-322-16,-3 0 116 15,0-3-53-15,0 1-188 0,0 2 340 16,0-5 49-16,0 0-10 0,-3-4 35 16,0 4-22-16,0 1-201 0,0 5 15 15,3 0 228-15,0 4 29 16,3-1 104-16,3-2-36 0,1 2-16 15,6-2-36-15,3 0 4 0,-3 3 41 16,0 1-28-16,3 1-1 0,-3 0-2 16,0 3-17-16,-1 6 25 0,-2 1 95 15,0 4-87-15,-4 1 2 0,-6 5 104 16,4 1 35-16,-4 1 7 0,0 2 1 16,-4-1-73-16,4-1-49 0,-3 0-50 15,3-1 18-15,-3-4-41 0,3 1-100 16,0-4 49-16,0-2-23 15,0-5-99-15,0-4-71 0,3-2-86 16,-3-1-52-16,3 0 236 0,4-4-98 16,-1-7-241-16,1-8 296 15,-1-3 189-15,1-1 23 0,-1-4-23 16,-3-1 0-16,1-2-212 0,-1 5-114 16,0-1-72-16</inkml:trace>
  <inkml:trace contextRef="#ctx0" brushRef="#br0" timeOffset="-114480.7">23933 8292 724 0,'0'0'541'0,"39"-20"443"15,-23 19-522-15,0 3-83 0,-3 6 106 16,-3 3-261-16,0 2-92 0,-4 2-72 16,-3 4 50-16,-3-1-110 0,0 1 38 15,-6 1-38-15,0 0 0 0,-1-1-25 16,-3 0 25-16,1 0 0 0,-4 0-89 16,3-2 67-16,0 3 0 0,-3 0-207 15,4-2 169-15,2 2-57 0,4-3-198 16,3 0 152-16,0-2-14 15,10 0 46-15,3-1 131 0,6-2 64 16,4-1 164-16,6-1 88 0,0-3-78 16,0 0 11-16,0-3-89 15,-3 0-93-15,0-1-43 0,-7-2-11 16,0 3-13-16,-6-1-198 0,-3-1 163 16,-7 0-65-16,0-1-339 0,1-1-125 15,-4 1-892-15</inkml:trace>
  <inkml:trace contextRef="#ctx0" brushRef="#br0" timeOffset="-110695.21">17038 9034 1204 0,'0'0'306'0,"0"0"-95"0,0 0 104 16,0 0-208-16,0 0-29 0,0 0-48 16,0 0-17-16,0 0 10 0,0 0 165 15,6 17-37-15,1-3-15 16,-4 0 4-16,0 3-60 0,0-4-35 15,-3 1-32-15,0-3 26 0,0 4-39 16,0 0 12-16,0-4-8 16,0 1-4-16,0-4-35 0,0-1 23 15,0-2 8-15,0-2-61 0,0 2 63 16,0 0 2-16,0-1-42 0,7-1 30 16,-4 2 5-16,0-1-38 0,7 1 45 15,-1 0 0-15,4-2 13 0,0 2-3 16,-3-3-10-16,-4 1-30 15,-6-1-44-15,7 1-97 0,-4-1-214 16,0 1-56-16,1-1-80 0,-4 1-662 16</inkml:trace>
  <inkml:trace contextRef="#ctx0" brushRef="#br0" timeOffset="-110339.78">17235 9234 186 0,'0'0'1434'16,"0"0"-1113"-16,19-34 58 0,-9 18-207 15,-4-2-33-15,4 1-10 0,0-1-78 16,-1-2 1-16,1-3 5 0,3 3 1 16,-3-2-39-16,-1 4-9 15,-2 0 16-15,2 5-26 0,-5 4 3 16,-1 3 10-16,-3 2-13 0,3 2 1 15,0 1 24-15,-3 1-25 0,4 0-3 16,-4 3 3-16,3 7 3 0,0 9 13 16,3 2 7-16,-2 5-23 0,2-1 13 15,1-1-4-15,2 4 10 0,1 0-19 16,3 3 39-16,-3 0-39 0,6-3 6 16,-3 2-6-16,0-5 0 0,3-3-163 15,-7-3-107-15,8-6-91 16,-8-5-119-16,-2-2 191 0,-1-5-27 15,-3-1-495-15</inkml:trace>
  <inkml:trace contextRef="#ctx0" brushRef="#br0" timeOffset="-110152.92">17332 9158 2214 0,'0'0'378'0,"0"0"-210"0,0 0-152 16,0 0 22-16,48-13 30 0,-25 13-1 16,-4 0-35-16,4 0-32 0,-1 0-98 15,4 0-134-15,-7-1-208 0,10 0-714 16,-12 0 480-16</inkml:trace>
  <inkml:trace contextRef="#ctx0" brushRef="#br0" timeOffset="-109655.89">17690 9071 345 0,'0'0'407'0,"0"0"-110"15,0 0 250-15,0 0-216 0,26-36-20 16,-26 33 171-16,0 3-279 16,0-2-43-16,-7 2 0 0,4 2-160 15,-3 9-13-15,-4 3 13 0,0 7 22 16,4 4 58-16,-1 1 0 0,4-5 44 16,3 3-33-16,0-1-59 0,7-4 25 15,2-2-57-15,1-2-35 16,6-5 35-16,0-3 0 0,0-4-24 15,1-1 24-15,-1-2 0 0,0-3 3 16,-3-3 7-16,-3 2-10 0,-4-3 12 16,4 4-12-16,-7-2 0 0,0-1-113 15,4 1 72-15,-7-4-13 0,3 0-111 16,-3 2 98-16,-10-1-55 0,4-1-270 16,-7-1 176-16,0 1 100 15,0 5 116-15,3 2 0 0,4 0 71 16,6 1 232-16,-3 1-123 0,-4-2-42 15,4 1-45-15,0 0-20 0,3 1-73 16,0-3-57-16,0-1 9 16,6-1-32-16,7-1-52 0,0 0 120 15,3-1-14-15,-3 4-38 0,3 1 64 16,0 2 51-16,-3 0 55 0,0 4 35 16,-3 0-29-16,-4 0-1 0,-2-2 29 15,-1 5-29-15,0 2-25 16,0 5 33-16,0 0-56 0,-3-2-59 15,0-1 68-15,0-4-72 0,0 0 12 16,0-1-30-16,0-1 18 0,0 0-284 16,7-1-43-16,-7 0-385 0,6-4-1807 0</inkml:trace>
  <inkml:trace contextRef="#ctx0" brushRef="#br0" timeOffset="-107459.39">18830 8964 1550 0,'0'0'192'0,"0"0"123"16,0 0-27-16,0 0-139 0,-35-14-4 15,22 14-93-15,0-1-52 0,0 5-3 16,3 2 3-16,1 0-16 0,-1 4-46 16,0-1 46-16,4 1-3 0,-1 1-30 15,1-4 23-15,6 2-12 0,0 2-82 16,3-2 46-16,7-1 6 0,3-1-20 16,3 3 56-16,0-3 6 15,6-1-17-15,1 3 33 0,0 0 8 16,-1-3-3-16,1 3-14 0,0 0 15 15,-7 2-11-15,6-2 15 0,-6 1-26 16,-3 2 26-16,-3-1 0 16,0-1 1-16,-4-3 37 0,-3 0 17 0,-3-3 4 15,0 0 51-15,-3 2-26 16,-3 3 23-16,-7-4 90 0,-7 2-113 16,-2-3-42-16,6-3-23 15,-7-1-15-15,4 0-4 0,-1-2-115 16,1-3 24-16,3-3-61 0,3-2-198 15,3 0-23-15,4-2-99 0,2 0-535 16</inkml:trace>
  <inkml:trace contextRef="#ctx0" brushRef="#br0" timeOffset="-107100.09">19063 8995 663 0,'0'0'996'0,"0"0"-681"0,0 0-72 0,0 0-169 16,-10 37 7-16,7-20 29 0,3 1-39 15,0-1-16-15,6 0-3 0,1 0-7 16,-1-1-13-16,7-3 7 0,0 1 6 16,-3-5-7-16,6-2-12 15,6-3 32-15,-2-4-13 0,-4 0 29 16,0-5 37-16,7-5 4 0,-7-2 67 15,-3-2-30-15,0-2-67 0,-4 1-44 16,-2 1 67-16,-1-4-58 0,-6 3-41 16,0-4 57-16,4 3-66 0,-11 0 16 15,1 2-60-15,-1 3 31 0,1 5-267 16,3 1 207-16,-1 2-28 0,1 1-154 16,0-3 114-16,0 3-67 15,-1 2-392-15,4 0 103 0,0 0-75 16,4 0-207-16,-1 0 524 0</inkml:trace>
  <inkml:trace contextRef="#ctx0" brushRef="#br0" timeOffset="-106866.21">19424 8994 52 0,'0'0'597'0,"0"0"-287"15,0 0-30-15,0 0 65 16,0 0-153-16,39 48 9 0,-36-28 117 15,1-2-144-15,-4 3 46 0,-4-3 34 16,1 0-126-16,0 2-32 0,0-3-51 16,-4 0 0-16,4-2-45 0,0-3-36 15,0-5 35-15,-1-2-66 0,4-3-212 16,0-1-56-16,-3-1-137 0,3 0-660 16</inkml:trace>
  <inkml:trace contextRef="#ctx0" brushRef="#br0" timeOffset="-106538.66">19473 8982 1676 0,'0'0'331'16,"0"0"-46"-16,0 0 267 0,39 39-372 16,-26-28-42-16,0-4-30 15,-1-2-28-15,5-1-70 0,-1-3 15 0,3-1 1 16,-3-5-26-16,0-1 12 0,1-4-12 15,-5 2 0-15,1-3-49 16,-3 0 47-16,0 2-37 0,-10 4-89 16,6-1 128-16,-6 3-3 0,3-2-48 15,-3-1 51-15,0 5 19 0,0 0 13 16,-3 1 32-16,-3 3-61 0,6 8 1 16,-10 7 152-16,4 3-17 15,-4-1 10-15,7 2 5 0,-1-2-63 16,1-2-88-16,3-2 60 0,0-2-63 15,3-2-127-15,1 0 64 0,2-3-133 16,-3-2-399-16,1-4-56 0,-1-2-326 16,3-1-442-16</inkml:trace>
  <inkml:trace contextRef="#ctx0" brushRef="#br0" timeOffset="-106336.67">19835 8981 466 0,'0'0'1388'16,"0"0"-1032"-16,-4 40 42 0,1-16 132 15,-3 3-265-15,-1-4-59 0,1-4-57 16,-1 3-55-16,7-3-94 0,0-5-22 16,0-4-6-16,0-1 6 15,0-6-228-15,0 1 158 0,0-1-45 16,7-2-244-16,-4-1-31 0,0-1-223 15,1-6-547-15,-1-3 491 0</inkml:trace>
  <inkml:trace contextRef="#ctx0" brushRef="#br0" timeOffset="-106074.59">19870 8982 1390 0,'0'0'201'0,"0"0"11"0,36 2 106 0,-27-2-215 15,4 0-38-15,0-2 23 16,0-2-53-16,0 1-15 0,0-1-6 16,-3-2-13-16,-4 3-1 0,-3 1-20 15,-3 1-19-15,7-1 7 0,-7 2-7 16,0 0 17-16,0 4 22 0,0 7 129 16,-7 6 26-16,1 9 42 15,-1 2 95-15,1 2-110 0,0-3-16 16,2-3-52-16,4-1-44 0,0-2-70 15,0-2-76-15,7-4 19 0,-1-4-157 16,-3-2-777-16,4-5-105 16</inkml:trace>
  <inkml:trace contextRef="#ctx0" brushRef="#br0" timeOffset="-105710.77">20100 9112 788 0,'0'0'642'16,"0"0"-418"-16,25-46-22 0,-12 29 12 16,-3 0-156-16,0-3-12 15,3 3 12-15,-4 0-32 0,7 2-23 16,-6 4-2-16,3 0 2 0,-3 5 17 15,-1 1 87-15,-2 4-14 0,-1 1-31 16,-2 1 30-16,-1 5 11 16,0 6 45-16,3 4 19 0,1 6-90 15,-4 3-26-15,4 2-28 0,-4-3 34 16,0 0-57-16,4-1 29 0,-1-2-26 16,0-2-3-16,4-1-37 0,-3-4 24 15,-1 1 13-15,1-3-86 0,-1-5 67 16,-3 0-74-16,-3-4-306 15,0-2-31-15,0 0-193 0,0-1-687 16</inkml:trace>
  <inkml:trace contextRef="#ctx0" brushRef="#br0" timeOffset="-105496.83">20167 9033 1704 0,'0'0'597'0,"0"0"-384"16,42-11 16-16,-19 9 86 0,-4 0-177 15,1 0-122-15,-1-2-16 0,4 2-77 16,-4 1-83-16,4-2-255 0,-4 1 49 16,0-4-160-16,-6 4-666 15</inkml:trace>
  <inkml:trace contextRef="#ctx0" brushRef="#br0" timeOffset="-105069.87">20474 9007 457 0,'0'0'645'0,"-13"36"139"15,7-15-498-15,3-5 2 0,-1 2 47 16,1-5-216-16,3-1-32 0,0-4-39 16,0-4-7-16,0 1-41 15,0-5 16-15,0 0 23 0,3 0 9 16,-3 0 32-16,4-6 101 0,2-4-45 15,-3-5-104-15,4-4 25 0,-4 2-57 16,0-2-9-16,0 2-7 0,4-4 16 16,-7 0-146-16,6-1 98 15,1 0-41-15,-4 1-112 0,10 6 176 16,-3 3 2-16,-4 4 23 0,1 5 122 16,-1 1 56-16,-3 2 25 0,0 0-26 15,4 2-39-15,-1 4 20 16,-2 6 45-16,-1 3-82 0,-3 2-112 15,0 0 99-15,-3-1-108 0,-1-2 37 16,-2 2-37-16,3-3 0 0,-4 1-58 16,4-3 45-16,-3 2 13 0,2-1-171 15,1 0 169-15,0-2-65 0,3 0-196 16,0-1 250-16,3-1-43 0,0-2-38 16,4 2 94-16,2-2 0 15,1 2 0-15,6-2 0 0,0-2 0 16,-3-4-3-16,0 0-38 0,0-4 28 15,0-1-453-15,3-1 37 0,-3-3-255 16,-3 2-915-16</inkml:trace>
  <inkml:trace contextRef="#ctx0" brushRef="#br0" timeOffset="-104680.83">20768 8873 16 0,'0'0'2200'0,"0"0"-1670"0,0 0-235 16,0 0-87-16,3 40-4 0,1-24 27 15,5 5-61-15,-6-3-66 0,10-3-88 16,-3-3 73-16,-3 0-89 0,-1-4-14 16,-3-3-20-16,4-2 34 15,-4 3-211-15,3-3 158 0,1-1-45 16,-1-2-182-16,-2-1 143 0,2-4-112 15,0-3-273-15,-2-3 156 0,2-5-24 16,-3-2-120-16,1 2 389 16,-1 0 75-16,0 3 46 0,-3 6 23 15,0 2 88-15,0 1 380 0,0 0-175 16,0 4-5-16,0 0 173 0,0 5-188 16,0 5-15-16,-3 8-75 0,-4 5 3 15,1 5-64-15,-1-2-42 16,1 0 61-16,0 5-58 0,-1-3-91 15,4 1 69-15,0 1-84 0,-1-5-74 16,1-1 58-16,3-4-90 0,0-3-384 16,0-1 157-16,0-8-215 0,0 0-1079 15</inkml:trace>
  <inkml:trace contextRef="#ctx0" brushRef="#br0" timeOffset="-103605.06">21501 8914 2099 0,'0'0'182'0,"0"0"28"0,0 0-33 16,-35 10-96-16,19-2-4 0,-1 9-6 15,-2-2-7-15,6 6-29 0,-3 2 45 16,0 3 71-16,3 5-24 0,3 4 45 16,4 0-11-16,6 4-72 0,3-6-77 15,7-4 18-15,3-4-30 0,9-4-133 16,4-9 102-16,3-3-86 0,7-8-288 16,2-3 90-16,4-8-7 15,-13 0-778-15</inkml:trace>
  <inkml:trace contextRef="#ctx0" brushRef="#br0" timeOffset="-100412.05">21899 9023 929 0,'0'0'420'0,"0"0"-94"0,0 0 8 16,0 0-184-16,0 0-50 0,0 0 33 16,0 0-23-16,0 0-43 0,0 0 21 15,0 0-21-15,9-3-12 0,-9 3 12 16,3 0-9-16,1 0-10 0,-4 0-12 16,0 0 25-16,0 1-7 15,0 10 189-15,3 0-119 0,-6 9-76 16,3-1-33-16,3 0 27 0,-3-2-42 15,3-3 15-15,-3-5-15 0,3-3 0 16,1-1-6-16,-4-2 6 16,3-1 0-16,-3-1 13 0,3 0-13 15,-3-1 19-15,3 0-10 0,1-1 58 16,-1-2-55-16,3-5 17 0,1-2 5 16,2-4-34-16,1-2-9 0,0-3 9 15,-1 5 0-15,1 0-62 0,0 2 62 16,-4 3 0-16,1 2-41 15,-1 1 41-15,-3 1 0 0,4 4-15 16,-1-1 15-16,1 1 0 0,-4 1 19 16,4 4 47-16,-4 7 13 0,3 3-35 15,1 5 38-15,-4-2-82 0,0 0 25 16,-3-5-3-16,0 0-22 0,3-5 0 16,-3-2 0-16,0 1 0 15,4-2 0-15,-4 2 0 0,0-1 0 16,3-3-22-16,-3-1 19 0,3-1 3 15,-3 0-126-15,3-1 114 0,4-5-7 16,-1-3-82-16,1-4 101 0,-1-4 0 16,1 3-22-16,-4-1 22 15,0 5 0-15,0 3-16 0,0 3 16 16,-3 1 0-16,0-1 6 0,4 3-6 16,-4 0 0-16,3 1 19 0,-3 1 41 15,0 6 22-15,0 4-25 0,3 6 31 16,-3 4-88-16,3 1 37 15,-3-4-24-15,0-2-13 0,4-3-41 16,-1-1 13-16,-3-2 9 0,3-4-246 16,-3-2 142-16,3 0-77 0,1 1-380 15,-4-3 69-15,0-2-144 0,3 0-883 16</inkml:trace>
  <inkml:trace contextRef="#ctx0" brushRef="#br0" timeOffset="-99946.84">22283 8849 1732 0,'0'0'296'0,"0"0"-43"0,0 0 308 16,19 38-263-16,-15-12-147 0,2-1-53 15,-3 2 20-15,-3 2-45 0,3-2-35 16,-3 0 63-16,4-2-47 0,-1-1-45 16,0-7 57-16,4 3-66 0,-4-5 35 15,0-2-13-15,0-5-22 0,1-2 22 16,-4-3-13-16,3-1-9 0,-3 1 3 16,3-2-3-16,0-1 0 15,0-1-15-15,4-6-29 0,3-2 31 16,-1-5-173-16,4-6 167 0,-3-1-19 15,3 3-111-15,0 0 114 16,0 4-35-16,0 0-66 0,-1 4 135 16,-2 3 0-16,-3 4-40 0,-4 2 41 15,0 1 1-15,0 1 85 0,-3 5 95 16,4 4-13-16,-4 7 0 0,0-1-55 16,0 6-100-16,-4-4 24 0,-2-2-6 15,-1 1-31-15,4-2-47 0,0-2 35 16,0-1-60-16,3-1-285 15,0-2 99-15,0-4-175 0,0 0-746 16,3-4 164-16</inkml:trace>
  <inkml:trace contextRef="#ctx0" brushRef="#br0" timeOffset="-99537.83">22664 9055 171 0,'0'0'1459'0,"0"0"-1143"0,0 0 199 0,0 0-267 16,-32 9-52-16,19 0-58 0,0 2-10 15,0 1-22-15,3 0-30 16,1-1 4-16,2 1-20 0,1-2-31 15,2-1 59-15,1-2-43 0,3-3-33 16,0-1 33-16,0-1-45 0,3 0-19 16,1-2 19-16,2 0 0 0,7-3-40 15,0-4 27-15,3 0-9 0,-3-1-130 16,-3 1 110-16,3 2-31 0,-4-1-26 16,1 4 99-16,-4-1 0 15,1 3 0-15,-4 1 137 0,0-1-9 16,4 3 8-16,-1 4 9 0,-2-2-38 15,2 4-79-15,0 2 57 0,1-4-85 16,-1 0-60-16,-2 0 57 16,2-3-170-16,1 4-315 0,-1-5 91 15,0 1-265-15,1-2-1025 0</inkml:trace>
  <inkml:trace contextRef="#ctx0" brushRef="#br0" timeOffset="-99354.15">22858 9209 1398 0,'0'0'1193'0,"0"0"-484"16,0 0-344-16,0 0-69 0,0 0-60 15,0 0-84-15,0 0-152 0,0 0 0 16,0 0-53-16,0 0 53 0,16-1-457 16,-13 1 45-16,-3 0-606 15,0-2-1391-15</inkml:trace>
  <inkml:trace contextRef="#ctx0" brushRef="#br0" timeOffset="-98144.33">23420 8937 1664 0,'0'0'331'0,"0"0"246"15,0 0-345-15,0 0-75 16,0 0-22-16,0 0-55 0,0 0-10 15,0 0 35-15,0 0-6 0,-7 47-10 16,7-25-4-16,0-1 48 16,-3 1-51-16,3 1-76 0,0 0 85 15,0-4-56-15,0 1-23 0,3-7 54 16,1-1-66-16,-1-4 23 0,0-5-23 16,0 1 6-16,4-2 13 0,6-2 87 15,3-6 15-15,3-3-40 0,1-7 49 16,-1 1-130-16,4-3 56 15,-4 2-47-15,4-3-9 0,-4 2-71 16,-3 0 31-16,-3 3 40 0,-7 3-252 16,1 3 187-16,-4 4-71 0,0-1-181 15,-3 2 184-15,0 1-83 0,-3 1-386 16,-7 1 34-16,-6 9-180 0,0-3-382 16</inkml:trace>
  <inkml:trace contextRef="#ctx0" brushRef="#br0" timeOffset="-97970.17">23497 9105 781 0,'0'0'369'0,"0"0"119"16,10 35 261-16,0-26-390 16,3 0-45-16,0 0 73 0,3-2-188 15,0-2-79-15,-3-3-91 0,3 2 62 16,0-3-91-16,-3 0 28 16,0-1-47-16,0-3 19 0,-3-2-249 15,2-2 110-15,-2 0-61 0,3-2-423 16,0-2-1-16,-3 1-347 0</inkml:trace>
  <inkml:trace contextRef="#ctx0" brushRef="#br0" timeOffset="-97727.7">23836 8975 756 0,'0'0'1478'0,"0"0"-1119"0,0 0-56 15,0 0 84-15,0 0-145 0,0 0-17 16,0 0-84-16,0 0-6 0,10 51-43 15,-13-27-67-15,3 2 90 16,3-2-90-16,-3-3 12 0,3 1 10 16,4-2-47-16,-1-3-25 0,-2 0 22 15,2-2 3-15,0-2-206 0,-2-3 135 16,-4-4-125-16,3 0-257 0,-3-5 150 16,0 3-147-16,-3-2-851 0,-1-2-58 15</inkml:trace>
  <inkml:trace contextRef="#ctx0" brushRef="#br0" timeOffset="-97528.14">23727 9198 1492 0,'0'0'507'0,"0"0"-106"16,0 0 247-16,45 0-307 0,-29-1-84 15,3 1-11-15,1-1-57 0,-1-2-117 16,-3 1-44-16,4-1 19 0,-4-4-47 15,0 3-69-15,-3-3 54 0,-3 2-96 16,-1-2-326-16,-2 0 195 16,-1 1-141-16,-3-4-534 0,1 3 179 15,-4-3-301-15</inkml:trace>
  <inkml:trace contextRef="#ctx0" brushRef="#br0" timeOffset="-97292.89">23788 8872 2275 0,'0'0'333'0,"0"0"2"0,0 0 36 16,0 0-190-16,0 0-48 16,-35-11-63-16,31 11 50 0,1 0-38 15,0-1-48-15,0 1 76 0,3 0-107 16,0 0 29-16,0 0-64 0,6 0 29 15,4 0-47-15,6 1 50 0,6-1 0 16,4 1-54-16,3 0 26 16,0 2-22-16,1-2-399 0,2-1 155 15,0 0-175-15,-6 0-1040 0</inkml:trace>
  <inkml:trace contextRef="#ctx0" brushRef="#br0" timeOffset="-96936.48">24263 8805 391 0,'0'0'1471'0,"0"0"-1062"16,0 0-60-16,0 0-136 16,0 0-14-16,0 0 79 0,0 0-68 15,0 0-55-15,0 0-29 0,26 44 56 16,-13-21-18-16,0 8-30 16,-4 1 40-16,-2-2-63 0,-4 2-28 0,0-2 92 15,0-3-175-15,-3 1 74 0,0-4-71 16,0-2-3-16,-3-5-86 15,-3 3 46-15,-1-6 19 0,-2 3-347 16,-4-5 145-16,3-2-234 0,3-3-1017 16,-2-3-470-16</inkml:trace>
  <inkml:trace contextRef="#ctx0" brushRef="#br0" timeOffset="140991.11">15177 9748 336 0,'0'0'32'0,"0"0"444"16,0 0-394-16,0 0-82 15,0 0-33-15,0 0-64 0,0 0 15 16,0 0-52-16,-3-7-3 0,3 6-19 16,3-1-131-16</inkml:trace>
  <inkml:trace contextRef="#ctx0" brushRef="#br0" timeOffset="141333.24">15132 9714 202 0,'0'0'316'0,"0"0"-64"0,0 0 96 16,0 0-165-16,0 0-4 0,0 0 68 15,-3-35-117-15,3 31-10 0,0 2 62 16,0 0-121-16,3 2-25 0,-3 2 32 16,6 4 16-16,4 6 26 0,-3 10 119 15,2 5-68-15,-9 3-4 16,7 2 73-16,-7-1-90 0,0-1-73 16,0 1-58-16,-7-3 26 0,7-4-35 15,0-1-93-15,0-5 61 0,0 0-89 16,0-5-221-16,0-4 194 15,0-4-32-15,0-2-179 0,0-1 145 16,-3-2 19-16,-3 0-140 0,-1-8 16 16,1 0-124-16</inkml:trace>
  <inkml:trace contextRef="#ctx0" brushRef="#br0" timeOffset="141608.56">15048 9697 440 0,'0'0'313'15,"0"0"-137"-15,36-20 36 0,-17 16 234 16,4 4-199-16,-1 0-36 0,4 0 87 16,-3 4-172-16,2 3-39 0,1 1-3 15,-3 4-67-15,-7 2-5 16,7 3-2-16,-4-1 6 0,-6 3 20 16,0 1 50-16,-7 0 1 0,7-1-19 15,-10 0-7-15,-3-1 9 0,0-2-41 16,-3-1-26-16,-10-1 51 15,-3 0-2-15,0-3-46 16,-10 2 51-16,0-3-57 0,-6-2-40 0,3-1 39 16,3 0-49-16,0-3-139 0,4-3 96 15,2-1-103-15,11 0-392 16,-1-7-43-16,7-1 22 0</inkml:trace>
  <inkml:trace contextRef="#ctx0" brushRef="#br0" timeOffset="142074.03">15539 9656 724 0,'0'0'446'0,"0"0"-140"16,0 0 36-16,0 0-232 0,0 0 10 15,0 0 72-15,-26 46-73 0,20-24 7 16,-4 3 16-16,3 0-35 15,-2 1-27-15,-4-2 7 0,6 2-26 16,-2 0-58-16,-1-2 17 0,4-1-23 16,-4-6 3-16,3-1-131 0,1-5 47 15,3-5-16-15,3-2-158 16,-3-1 64-16,3-3-33 0,0 0-127 16,0-5 253-16,0-6-88 0,3-4-124 15,0-6 216-15,3-3 5 0,1 1-54 16,-1 0 71-16,-2-1 32 0,8 1 15 15,-2-2 28-15,-3 5 7 0,2-1 84 16,1 4-13-16,3 3 33 0,-3 6 110 16,-1 2-67-16,1 6 25 0,0 0 321 15,-4 6-230-15,10 2-21 16,-6 3 83-16,3 5-168 0,0 1-42 16,0 3-29-16,-4-1-6 0,8 0-87 15,-1 2 16-15,0 0-18 0,0-2 2 16,0-1-76-16,-3-2 44 15,0 0-61-15,0-6-174 0,-10-2 41 16,7-2-91-16,-7-4-378 0,-3 1 259 16,0 0-72-16</inkml:trace>
  <inkml:trace contextRef="#ctx0" brushRef="#br0" timeOffset="142263.61">15448 9842 1622 0,'0'0'377'0,"0"0"57"16,36 18-234-16,-20-12-46 0,-3 0 1 15,0 3-91-15,3-1-35 16,0-1-28-16,0 1-2 0,4-2-27 16,-4-1-226-16,3-2 12 0,-2-2-149 15,-5-1-783-15</inkml:trace>
  <inkml:trace contextRef="#ctx0" brushRef="#br0" timeOffset="142441.13">15862 9791 1220 0,'0'0'339'0,"13"52"77"0,-10-23 63 15,4-4-314-15,-1 1-68 0,-3-4-77 16,4 1-20-16,-1-2-93 0,-6-5-367 16,7-4-108-16,-4-5-138 0</inkml:trace>
  <inkml:trace contextRef="#ctx0" brushRef="#br0" timeOffset="142650.87">15794 9714 2018 0,'0'0'470'16,"0"0"-367"-16,36 4 29 0,-14-2 31 16,1 1-79-16,-1 0-84 0,1 2-7 15,3 0 5-15,-3 2-123 0,-1-1-544 16,-3-1-367-16</inkml:trace>
  <inkml:trace contextRef="#ctx0" brushRef="#br0" timeOffset="142956.45">16127 9724 75 0,'0'0'1298'0,"0"0"-959"15,0 0-37-15,0 0 90 16,0 0-211-16,39 19 6 0,-43-2 121 16,4 6-104-16,-6 4-35 0,-4-1-17 15,-3-3-44-15,-3 0-108 0,10-2-36 16,-4-1 34-16,3-7-59 0,1-4-209 15,6-2 110-15,-3-4-45 0,3-1-200 16,0-2 146-16,0-1 36 0,6-7-365 16,4-7 207-16,0-3 48 0,-4-3-214 15,7-1 325-15</inkml:trace>
  <inkml:trace contextRef="#ctx0" brushRef="#br0" timeOffset="143130.92">16188 9752 184 0,'0'0'306'0,"0"0"-58"0,0 0-7 16,42-8 355-16,-32 13-187 15,6 4-46-15,-3 4 144 0,0 2-244 16,0 1-36-16,0 2-68 0,3 0-55 16,-3 2-104-16,-4-2 35 0,8 0-36 15,2 0 1-15,-6-2-171 16,0-1 21-16,-4-3-96 0,-5-3-472 16,2-2-41-16,-6-4-241 0</inkml:trace>
  <inkml:trace contextRef="#ctx0" brushRef="#br0" timeOffset="143285.91">16104 9832 1132 0,'0'0'550'16,"29"8"-4"-16,4-1-365 0,-8-1-100 15,4 2-69-15,4 0-12 0,-1 0-104 16,-9-2-818-16,-1 1-554 0</inkml:trace>
  <inkml:trace contextRef="#ctx0" brushRef="#br0" timeOffset="143870.64">16608 9730 798 0,'0'0'1101'0,"0"0"-764"0,0 0-78 0,0 0 9 15,0 0 63-15,23 47-146 0,-20-24-29 16,-3 0 31-16,0 3-51 15,0-2-92-15,0 0-19 0,6-3 4 16,-2-1-29-16,2-3-124 0,-6-5 76 16,10-5-69-16,-7 0-204 0,0-3 145 15,4-2 6-15,-1 1-204 16,1-3 122-16,2-4-82 0,4-8-440 16,0-2 422-16,0-6-7 0</inkml:trace>
  <inkml:trace contextRef="#ctx0" brushRef="#br0" timeOffset="144072.13">16824 9791 391 0,'0'0'356'0,"0"0"31"16,0 0-155-16,0 0 74 0,0 0 239 16,0 0-296-16,0 0-42 0,0 0 137 15,0 0-133-15,0 0-42 16,4 55-45-16,-17-32-13 0,10-4-86 16,-4-3 0-16,4-2-50 0,3-4 25 15,0-4-187-15,0-2 91 0,0-3-50 16,0-1-141-16,0 0 165 15,0-5 9-15,0-6-317 0,0-6 135 16,0-4-20-16,3 2-271 16,0 2 172-16,-3 4-111 0</inkml:trace>
  <inkml:trace contextRef="#ctx0" brushRef="#br0" timeOffset="144271.95">16879 9752 323 0,'13'11'1118'15,"0"3"-699"-15,0 3-14 0,0 1 28 16,3-2-278-16,-3-1-75 0,6-4 7 15,-2 1 12-15,-1-7-16 0,6-2-22 16,-5-1 28-16,-8-2-12 0,4-4-11 16,-6 1 74-16,-1-4-45 0,-3-2-70 15,-3-4 66-15,0 0-91 16,0-1 19-16,0 2-54 0,-6-1 29 16,-4 0-272-16,4-2 91 0,-7 2-133 15,3 1-505-15,0 1 16 0,4 2-385 16</inkml:trace>
  <inkml:trace contextRef="#ctx0" brushRef="#br0" timeOffset="144474.77">17225 9871 267 0,'0'0'1128'16,"0"38"-728"-16,-3-20-46 0,-1-5-8 15,1 0-262-15,-3-3-81 0,6-4-3 16,-3-3-22-16,3-1-49 0,-4-2-240 16,1 0-23-16,0-5-1 0,3-9-212 15,-3-5 201-15,-1 1-32 16</inkml:trace>
  <inkml:trace contextRef="#ctx0" brushRef="#br0" timeOffset="144691.11">17241 9749 816 0,'0'0'749'0,"36"43"-232"0,-14-18 13 0,-6-2-330 16,7-2-42-16,3-1 47 0,0-4-36 15,-1-4-39-15,-2-3-6 16,6-1-26-16,-6-6-98 0,-7-2 25 16,-3-2 35-16,-3-3 34 0,-4-5 10 15,0-2 47-15,-6-3-98 0,4-1-28 16,-8-2-50-16,-2 2 7 0,-7-2-312 15,0 0 118-15,-6-1-160 0,-4-2-726 16,7 7 13-16</inkml:trace>
  <inkml:trace contextRef="#ctx0" brushRef="#br0" timeOffset="145932.38">17861 9789 584 0,'0'0'218'0,"0"0"-97"0,0 0 146 16,0 0-85-16,0 0 0 0,0 0 105 15,13-34-83-15,-13 26 3 0,3 1 36 16,-3 1-127-16,0 0-9 0,0 2 47 16,0 2-3-16,0 1-45 0,-3 1-71 15,-3 0 0-15,-4 3-35 16,-3 8-93-16,0 1 90 0,-3 6-26 16,10-2-67-16,-1 1 93 0,4-2-23 15,3 3-86-15,0-5 35 16,0 1-46-16,6-1-93 0,4-3 96 15,6 0 49-15,-3-4 62 0,3 1 9 16,0-2 62-16,-3 0 15 0,0-1-44 16,-10-3 2-16,7 1 40 0,-7 0-43 15,1 0-29-15,-4-1 20 16,0 1 19-16,0-1 38 0,-4 0 61 16,-9 3-83-16,1-1-58 0,-8 0-29 15,4 1 16-15,3-3-55 0,0 0-125 16,3-1 22-16,4 0-91 0,0-2-636 15,6 1 276-15,-4-5-4 0</inkml:trace>
  <inkml:trace contextRef="#ctx0" brushRef="#br0" timeOffset="146330.71">18103 9899 627 0,'0'0'1062'0,"0"0"-572"15,0 0-150-15,0 0-15 0,33 34-187 16,-27-28-57-16,-3-1-56 0,1-3 20 16,-4 1-19-16,3-3 34 0,-3 0 116 15,0-5-8-15,-3-3-70 16,-1-5-25-16,1-4-73 0,-3-1 12 16,6-1-12-16,0 0 0 0,0 3-112 15,0-3 108-15,0 1-65 0,9 1-227 16,1 3 168-16,3-1-13 0,0 5-97 15,3 3 213-15,3 1 25 0,-2 2 10 16,2 2 97-16,-3 2-8 0,0 1 26 16,-3 5-19-16,-3 1-61 0,0 5-45 15,-1 0 54-15,-2 7-6 16,-1-1-1-16,-3 0 46 0,1 4-27 16,-1 0-21-16,-3-2 56 0,0-2-60 15,0 1-25-15,0-2 37 0,0-1-53 16,0-3 4-16,0-1-33 15,-3-3 29-15,3-3-227 0,-4-2 138 16,1-1-71-16,-3-1-462 0,-1 0 24 16,-2-2-192-16</inkml:trace>
  <inkml:trace contextRef="#ctx0" brushRef="#br0" timeOffset="146474.55">18065 9823 287 0,'0'0'1380'0,"0"0"-912"16,35-8-329-16,-15 7-32 0,5-1 32 16,1 1-81-16,3 1-29 0,4 0-29 15,-1 0-1-15,-3 1-99 16,3-1-529-16,-12 0-601 0</inkml:trace>
  <inkml:trace contextRef="#ctx0" brushRef="#br0" timeOffset="147489.74">18653 9923 368 0,'0'0'656'0,"0"0"-308"0,0 0-55 0,0 0-30 16,0 0 39-16,0 0-179 0,0 0 0 16,0 0 148-16,0 0-88 0,0 0 0 15,6 6 31-15,-6-10-116 0,-3-3-50 16,0-6-42-16,-1 1 64 15,1-2-25-15,0 1-42 0,0-2 63 16,3 2-66-16,-4-2 32 0,4 0-10 16,4-1-22-16,2 1-62 0,1-3 43 15,2 5 16-15,4 2-70 16,0 0 70-16,0 7 3 0,-3 2 0 16,6 2 79-16,0 2-29 0,-3 6-46 15,-3 6 68-15,-4 2-56 0,0 3-4 16,1-2 70-16,-4 1-41 0,0-2-28 15,1-1 53-15,-1-4-66 0,-3-2 37 16,0-2-34-16,0-4-3 0,0 0 26 16,3-2-16-16,-3 1 5 0,0-2-5 15,0 0 102-15,0-2-81 16,0-4 4-16,0-4-60 0,0-5 25 16,0 0-167-16,0-3 165 0,10 3-34 15,-4-2-149-15,4 4 153 0,0-2-34 16,3 2-140-16,-4 2 165 15,1 5-16-15,0 2-35 0,-7 3 92 16,3 1 1-16,-2 0 2 0,2 5 73 16,0 3-18-16,4 6-49 0,0-1 61 15,0 1-70-15,-4-4-3 16,-3-2-1-16,4-5 4 0,-4 4-66 16,3-4 66-16,1-1 0 0,-1 2-13 15,1-2 10-15,-4-1 3 0,3-1-48 16,-2 0 48-16,-1 0 0 0,0 0-9 15,-3 0-4-15,0 0 13 0,0 1-83 16,-3 7 83-16,0 8 70 0,-4 4 64 16,4 1-4-16,0 1-89 0,0-3-29 15,3 0-12-15,0-4 0 16,6-2-298-16,-3-4 85 0,0-1-233 16,1-5-1036-16</inkml:trace>
  <inkml:trace contextRef="#ctx0" brushRef="#br0" timeOffset="148004.83">19160 9723 261 0,'0'0'981'0,"0"0"-662"0,0 0 38 0,0 0-103 15,0 0-12-15,9 51 84 16,-2-32-117-16,-4 2-39 0,0-1-32 16,-3-3-49-16,3 3-89 0,1-3 16 15,-4-1-18-15,6-2 2 0,-6-3-53 16,0-3 52-16,7-4-2 0,-4 0-45 15,3 2 48-15,1-2 0 0,2 0 2 16,4-3 52-16,4 0-54 0,-1-1 16 16,-3 0-16-16,0 0 0 0,-4 0-92 15,1-1 60-15,3 0-35 16,-7-1-112-16,1 1 86 0,-4 0-78 16,0-2-217-16,4 0 54 0,-1-2-140 15,-6 1-513-15</inkml:trace>
  <inkml:trace contextRef="#ctx0" brushRef="#br0" timeOffset="148242.45">19376 9664 1841 0,'0'0'369'0,"0"0"-204"0,0 0 236 16,0 0-115-16,10 49-63 0,-7-26 3 15,0-1-80-15,0 1-96 0,1-1-31 16,-1-1-9-16,3-2-10 0,-6 0-177 16,10-2 72-16,-7-2-76 0,4-5-249 15,-1-4 95-15,4-2-225 16,0-4-935-16</inkml:trace>
  <inkml:trace contextRef="#ctx0" brushRef="#br0" timeOffset="148458.65">19696 9744 2301 0,'0'0'381'0,"0"0"-69"0,-10 53 173 16,0-35-219-16,-3 1-64 0,4-2-102 15,-1 0-8-15,0-3-92 0,1-2-72 16,-1-3 59-16,0-5-32 0,7 0-216 15,-3-3 173-15,2-1-80 0,1 0-362 16,0-6 92-16,0-4-174 0,3-8-456 16,0 2 332-16</inkml:trace>
  <inkml:trace contextRef="#ctx0" brushRef="#br0" timeOffset="148660.27">19712 9787 912 0,'0'0'1146'15,"29"40"-728"-15,-10-21 177 0,-2-4-317 16,2-3-27-16,0-2 67 0,4-1-94 16,0-5-59-16,-7-3-72 0,0-1 40 15,0-2-124-15,-6-4 31 16,-1-1 41-16,1-3-81 0,-4-3 52 16,-2 0-24-16,-1-2-28 0,-3-1-164 15,0-1 143-15,-7-2-84 0,4-1-253 16,-3-1 181-16,-4-3-173 0,4 1-668 15,-4 3 30-15,10 5 399 0</inkml:trace>
  <inkml:trace contextRef="#ctx0" brushRef="#br0" timeOffset="149104.08">19964 9638 150 0,'0'0'372'0,"0"0"-177"0,35 20-38 16,-22-11 38-16,-6 3-74 0,-4-2 61 16,0 2 394-16,-3 2-272 0,0 2-74 15,0 1 15-15,0 3-97 0,0 0 3 16,0-2 12-16,0 2-70 15,0-4-36-15,0 0-47 0,3-6 44 16,-3-5-19-16,4 1-25 0,-1-3 85 16,0-2-6-16,4-1-4 15,2 0 47-15,7-4-41 0,1-5-81 16,-1-3 62-16,0 0-72 0,0 0 16 16,-6-2-13-16,-1 3-3 0,1 0-112 15,-7-1 99-15,1 2 13 0,-1 3-107 16,-3-2 88-16,0 6 19 0,-3 0-126 15,-4-3 110-15,4 4 16 0,-4-2-82 16,1 0 66-16,0 2 4 16,2 0-141-16,1-2 109 0,3 0-113 15,7 1-515-15,5-3 177 0,8 2 50 16,2 1 70-16,4 1 375 0,-3 3 112 16,-1 1 740-16,-2 2-445 0,-4 5-104 15,-3 4-2-15,-3 1-71 0,-1 2-2 16,1-2-4-16,-4 5-63 15,-2-4-35-15,2 1-86 0,-3-1 47 16,4 0-87-16,-4-3-84 0,0-2 66 16,1 1-121-16,2-5-319 15,-3-2 172-15,7-2-172 0,0-2-818 16,-1 0 181-16</inkml:trace>
  <inkml:trace contextRef="#ctx0" brushRef="#br0" timeOffset="149425.9">20639 9743 2767 0,'0'0'535'0,"0"0"-119"15,0 0-155-15,0 0-69 0,0 0-52 16,0 0-13-16,42 9-127 0,-29-7-155 15,3-1 33-15,-3-1-179 0,-7-1-676 16,-2-2-296-16,-4-3-337 0</inkml:trace>
  <inkml:trace contextRef="#ctx0" brushRef="#br0" timeOffset="149586.31">20658 9842 1914 0,'0'0'477'0,"0"0"-300"0,0 0-122 0,0 0-55 16,0 0-45-16,0 0-557 15,33 15-156-15</inkml:trace>
  <inkml:trace contextRef="#ctx0" brushRef="#br0" timeOffset="151690.94">21546 9601 160 0,'0'0'854'16,"0"0"-460"-16,0 0-182 0,0 0 51 15,0 0-133-15,0 0 3 0,0 0 77 16,0 0-126-16,0 0-10 0,0 0 49 16,-35-26-49-16,19 33-61 0,3 0-6 15,-3 3 15-15,3 0-12 16,0 1-8-16,6 0-2 0,-2-2 0 16,2 1-34-16,4-3 33 0,3 0-2 15,0-4-77-15,0 3 48 0,10-1-10 16,3 1-7-16,3-1 49 15,3 0 16-15,4-1-6 0,-4-2 29 16,1 0-10-16,-1 2-3 0,-3 0-4 16,0-1-2-16,-3 2-17 15,-6 0 29-15,-1 0 0 0,-3 1 0 16,-3-2 17-16,0 3-1 0,0 0 22 16,-9 3 43-16,-8 3 2 0,-2-3-10 15,-4-2-22-15,1 0-38 0,-1-5-36 16,4-1 17-16,0-2-26 0,2 0-70 15,4 0 69-15,4-2-62 0,2-1-200 16,4-1 61-16,3-1-130 0,3-2-437 16,7-3 242-16,0 0 130 0</inkml:trace>
  <inkml:trace contextRef="#ctx0" brushRef="#br0" timeOffset="152021.57">21666 9701 590 0,'0'0'281'0,"0"0"-8"16,0 0 206-16,36 42-252 15,-30-31-16-15,-3-2 155 0,0 2-185 16,1-4-62-16,-1 0 17 0,0-4-59 16,-3-1-45-16,0 2-19 15,0-3 22-15,3 1-35 0,1-2 3 16,-1-3 55-16,0-6-20 0,4-4-35 16,2-4 29-16,1 2-32 0,0-4-17 15,-1 5 17-15,4-4 0 0,0 3-54 16,0-1 52-16,6 2 2 0,-2 4-68 15,-1 4 67-15,0 3-15 0,0 3-16 16,0 3 32-16,0 4 19 0,-3 5 17 16,-3 2 76-16,0 3-23 0,-4 3 7 15,1 0 28-15,-4 3-44 16,0-4-68-16,3 1 45 0,-2 1-57 16,-1-3-70-16,0-1 47 0,0 1-82 15,1-7-243-15,-1-3 59 16,-3-3-147-16,3-3-632 0,-3-2 321 15</inkml:trace>
  <inkml:trace contextRef="#ctx0" brushRef="#br0" timeOffset="152253.92">21792 9631 680 0,'0'0'1535'15,"0"0"-1348"-15,0 0-19 0,0 0 106 16,0 0-91-16,42-5-26 0,-26 8 6 16,3 0-49-16,-2-2-91 0,-1 0-1 15,0 0-25-15,-3 1 3 16,3-1-210-16,-6-1 56 0,3-3-83 16,-7-1-460-16,1-3-34 0,-4 1-100 0</inkml:trace>
  <inkml:trace contextRef="#ctx0" brushRef="#br0" timeOffset="152503.69">21928 9459 385 0,'0'0'1304'0,"0"0"-1151"0,0 0 145 15,0 0-71-15,45-12-78 0,-23 1-7 16,-2-3-59-16,-4 0 7 0,-3 1 61 15,0 2-48-15,-7 0-49 0,-2 1-38 16,-4 5 39-16,0-3-14 0,-4 5-18 16,-2-4 79-16,-7 4-4 0,-3 1-9 15,0 2-13-15,-4 9-76 16,4 3-105-16,3 3 103 0,3 0-45 16,1 4-163-16,2-4 5 0,7 2-255 15,0-7-782-15</inkml:trace>
  <inkml:trace contextRef="#ctx0" brushRef="#br0" timeOffset="153492">21853 9720 210 0,'0'0'2'0,"0"0"54"0,0 0 662 15,0 0-581-15,0 0-59 0,0 0 172 16,0 0-28-16,0 0-21 0,0 0 94 16,0 0-133-16,39 16-7 0,-23-11 26 15,0 0-100-15,1 0-62 16,-1-1-18-16,0-1-2 0,0 1-24 16,3-3-255-16,1 1-158 0,-4-2-290 15</inkml:trace>
  <inkml:trace contextRef="#ctx0" brushRef="#br0" timeOffset="154327.77">22670 9701 70 0,'0'0'756'0,"0"0"-323"0,0 54 231 16,0-32-424-16,0 2-30 0,-3-2 78 16,0 3-150-16,3-2-35 0,0-3-68 15,-3-4-8-15,3-2-27 16,0-6-70-16,0-3 37 0,-3-1-28 16,3-3-85-16,0-1 146 0,-4-1 27 15,4-8-20-15,0-8-1 16,0-3-3-16,0-6 13 0,4-1 1 15,2 1-17-15,4-4-39 0,-4 1 39 16,7-2-2-16,0 0-18 0,0 5 20 16,3 4 4-16,0 5 25 15,-3 3 41-15,0 5 24 0,0 5 53 16,0 1-47-16,0 3-17 0,-3 1 35 16,-4 2-10-16,0 5-89 0,1 2 7 15,-7 2-52-15,0 2 23 0,-3 1-178 16,-7-4 110-16,0 1-44 0,-3-3-123 15,4 0 154-15,-4 0 0 0,0-4-64 16,3 1 51-16,0-3-36 0,4-1-211 16,3 1 71-16,0-1 75 0,-1-1 198 15,1 1 48-15,3 0 131 16,0-2 142-16,3 5-94 0,4 1 9 16,6 3 141-16,3 2-155 0,-3 1-75 15,0-2-29-15,0 1-32 16,-4-5-83-16,4 3 32 0,0-2-51 15,-3-1 16-15,0 0-201 0,-1-3 51 16,-2-2-110-16,-1-1-398 0,-3 0 47 16,1 0-70-16</inkml:trace>
  <inkml:trace contextRef="#ctx0" brushRef="#br0" timeOffset="154617.56">23000 9797 421 0,'0'0'938'0,"0"0"-577"0,0 0-91 0,0 0-40 0,0 0-188 0,0 0-16 0,0 0 42 16,0 0-19-16,0 0-27 0,0 0-8 16,6-7 6-16,-12-2 2 0,6-3 39 15,0-3-10-15,0-3-12 16,0 1-33-16,6 0-6 0,4 3-10 16,3 0-25-16,0 3 35 0,0 3 0 15,0 4 7-15,3 3 28 16,-3 1 14-16,0 6 25 0,0 5 16 15,0 5 22-15,0 1 42 0,-4 4-20 16,-2 2-29-16,-1 1-38 0,1-2-3 16,-4 2-64-16,0-2-19 15,-3-1-4-15,0-5-5 0,0 2-205 16,0-5 115-16,-3-3-62 0,0-2-258 16,-4-4 114-16,1-2-144 0,-1-1-920 15</inkml:trace>
  <inkml:trace contextRef="#ctx0" brushRef="#br0" timeOffset="154802.58">23016 9751 1383 0,'0'0'712'0,"0"0"-443"0,36-11-17 16,-20 7 25-16,0 3-159 0,0 0-111 15,3-2-5-15,-2 1-4 16,5 1-9-16,-2-3-137 0,2 0 13 15,1-2-78-15,-4 1-357 0,4-4 89 16,-1 1 48-16,-9 1-526 0</inkml:trace>
  <inkml:trace contextRef="#ctx0" brushRef="#br0" timeOffset="155104">23439 9589 668 0,'0'0'398'0,"0"0"230"15,0 0-306-15,0 0-50 0,0 0 61 16,0 0-201-16,0 0-29 0,-45-6-48 15,29 17-31-15,-4 2-24 0,8 1-80 16,-1-2 54-16,3 1 1 0,3-1 2 16,1 1 23-16,6-1 0 0,0-1-6 15,6 1 6-15,7-1 25 16,-3-2 20-16,3 3 10 0,3-1-4 16,-3 0 23-16,0 3 22 0,0-2-57 15,-3 3-23-15,-4-4 3 16,1 3-19-16,-4-3-2 0,-3 0 2 15,-3 0 12-15,-4-2-2 0,-3-4 22 16,4 1-32-16,-4-4-64 0,4-1 32 16,-1-1-86-16,-2-5-281 15,2-6 115-15,1-5-193 0,6-5-636 16,-4 5 353-16</inkml:trace>
  <inkml:trace contextRef="#ctx0" brushRef="#br0" timeOffset="155416.68">23526 9646 1076 0,'0'0'648'16,"0"0"-304"-16,20 49-75 0,-17-30 54 16,-3 1-175-16,3-3-20 15,0 1 20-15,1-5-59 0,-1-3-66 16,0-1-10-16,4-5-13 0,-4 0 0 16,0-2-3-16,4-2 3 0,-4 0 4 15,6-3 8-15,-2-5 14 16,3-6-26-16,-4 3 10 0,1 2-10 15,-1 1 0-15,-3 5 16 0,0-3-16 16,1 3 25-16,-1 2-25 0,0 1 73 16,4 1 10-16,-4 7 6 15,3 5 28-15,1 0-88 0,-4 0 5 16,3 0-33-16,1-4-1 0,3 2-161 16,-1-5 50-16,4-2-118 0,0-2-291 15,3-2 242-15,-3-4-201 0,3-4-634 16,-3-1 372-16</inkml:trace>
  <inkml:trace contextRef="#ctx0" brushRef="#br0" timeOffset="155600.54">23943 9643 954 0,'0'0'1158'0,"0"0"-792"0,-13 49-66 15,7-26 27-15,-1 0-183 16,4-2-16-16,0 1 2 0,0-1-41 15,3-3-89-15,0-2-105 0,0-3 35 16,3-2-73-16,0-4-351 0,-3-3 149 16,3-3 25-16,-3 1-96 15,3 0-167-15,-3-2-65 0</inkml:trace>
  <inkml:trace contextRef="#ctx0" brushRef="#br0" timeOffset="155773.02">23798 9564 1042 0,'0'0'1180'0,"0"0"-772"15,35-13 115-15,-15 8-284 0,2 2-80 16,1 3-86-16,3 0-17 0,3 0-56 16,3 0-114-16,0 0 44 0,7 0-152 15,0 0-388-15,0 0 135 16,-7 0-237-16</inkml:trace>
  <inkml:trace contextRef="#ctx0" brushRef="#br0" timeOffset="156225.52">24476 9628 703 0,'0'0'1006'0,"0"0"-798"16,0 0-3-16,0 0 2 0,0 0-152 15,-39 6-26-15,23 3 9 0,3 0-38 16,3 0-10-16,-2 3-45 0,2-1 10 16,3 0-10-16,4 0-29 15,3-3 45-15,0 1-32 0,3-3-134 16,4 0 111-16,9-1 45 0,0 0 49 16,4 2 15-16,2-1 41 0,-6 2 148 15,0-2-97-15,-3 3-48 0,-6-2 25 16,-1-1-23-16,1 4 33 0,-7 1 103 15,-3 0-55-15,-4-2 15 0,-3-1-6 16,1 2-52-16,-4-2-44 0,3-1-46 16,4-3-12-16,-1-3 3 15,4 0-176-15,0-1-23 0,-1-2-185 16,4-3-862-16,0-1 36 0</inkml:trace>
  <inkml:trace contextRef="#ctx0" brushRef="#br0" timeOffset="157022.34">24679 9725 1467 0,'0'0'412'16,"0"0"-29"-16,0 0 47 15,0 0-211-15,23 51-1 0,-20-34 85 16,-3 2-119-16,0-4-86 0,4-2-76 16,-1-2 69-16,0-1-91 0,3-4 10 15,7-3-10-15,4-2 0 0,-1-1 19 16,0-5 18-16,-3-4-37 0,0-2 35 15,0-1-10-15,-4 0-16 0,1-1 23 16,-4-2 12-16,-6 3-44 0,0 0 32 16,0-2-7-16,0 2-25 15,-3-1-3-15,-6 1-25 0,-1 2 28 16,-3-1-221-16,0 2 158 0,0 3-79 16,3 1-185-16,4 3 186 0,-1 1-80 15,4 0-281-15,0 1 210 16,3-1-65-16,0 1-137 0,0 0 266 15,0-2-52-15,0-1-167 0,3 2 303 16,4-2 144-16,-4 1 79 0,3-2 2 16,1 2-3-16,3-1 79 15,-1-1-30-15,1 0 23 0,0 0 52 16,-1 0-143-16,4 1-30 0,-6 1-15 16,6 1-13-16,-1 1 1 0,5 0 17 15,-1 0-3-15,-3 3 26 0,0 3 242 16,0 0 15-16,-4 1-1 0,4 3 123 15,-3 2-228-15,-4 1-41 0,4 1 49 16,-4 3-42-16,-2-1-31 0,2-2-33 16,-6 0-9-16,0-1-86 15,3-3 15-15,-3-3-15 0,0 0 0 16,0-5-107-16,0 1 65 0,0 0-63 16,0 0-198-16,0-3 126 0,4-8-29 15,-1-5-454-15,0-6 173 16,0-1 138-16,1-2-78 0,-1 2 241 15,0-1 85-15,-3 1 36 0,3 7-26 16,0 4 91-16,-3 6 368 0,0 0 76 16,4 1 125-16,-4 2 277 15,3 3-507-15,3 5-35 0,-2 3 123 16,5 2-190-16,-2-2-77 0,2-3-110 16,-2-1 23-16,-1-5-73 0,7 1-18 15,-3-3 18-15,3 0 0 0,3-5 6 16,-3-3-6-16,3 0 0 0,-6-1-28 15,3-1 27-15,-4 2 1 0,-2 2-64 16,-4 1 64-16,0 3 0 0,1-1 15 16,-4 3-8-16,3 0 24 15,-3 5-27-15,-3 10 159 0,-1 9-5 16,-2 5-25-16,-1 2 22 0,4-5-155 16,0-4-13-16,3-1-30 0,3-3 43 15,4-5-400-15,-1 0 121 16,7-8-246-16,-3-1-1008 0,3-4 77 15</inkml:trace>
  <inkml:trace contextRef="#ctx0" brushRef="#br0" timeOffset="157441.86">25532 9677 1237 0,'0'0'491'0,"0"0"-202"0,0 0 16 16,0 0-141-16,0 0 17 0,0 0 112 16,0 0-50-16,7 43-7 0,-7-25 56 15,-7 2-75-15,4 0-66 0,-4-5-120 16,4 1 39-16,3-5-70 0,0-4-176 15,0-2 104-15,0-1-85 0,0-2-370 16,0-2 53-16,3 0-192 0,1-11-583 16,-1 1 467-16</inkml:trace>
  <inkml:trace contextRef="#ctx0" brushRef="#br0" timeOffset="157724.84">25564 9622 1123 0,'0'0'998'0,"0"0"-558"0,23 41 193 0,-10-26-369 16,-3-4-77-16,6 0-29 0,0 0-26 16,3-4-116-16,1-2 31 15,-4-3-38-15,6-2-9 0,-2 0-50 16,-1-3 49-16,1-4 1 0,-1 1-107 16,-3-3 105-16,0 0 2 0,-6 4-80 15,-4-1 78-15,-2 4-21 0,-4 0 14 16,3 1 9-16,0 0 9 0,-3 1 23 15,0 3 21-15,-3 8 45 0,-4 7 18 16,-2 1 28-16,2 4-144 0,1-5 32 16,3-4-73-16,3-4 38 15,0-2-333-15,0-3 156 0,0-2-173 16,3 0-763-16,-3-1-392 0,10-2 828 0</inkml:trace>
  <inkml:trace contextRef="#ctx0" brushRef="#br0" timeOffset="157999.89">25984 9702 476 0,'0'0'1433'0,"-16"52"-908"0,13-29 70 16,0-6-313-16,3 1-114 0,3-7-91 15,3-1 8-15,4-5-9 0,0-3-35 16,3-2 50-16,-4-2-59 0,1-4-20 15,0-3 60-15,-1-1-72 0,-2-2 41 16,-1 0-9-16,1-1-32 0,-4-3 26 16,4 2-17-16,-4-1-9 15,-3-3-210-15,3 2 33 0,-3-2-146 16,0 0-541-16,0 3 155 0,0 3-89 16</inkml:trace>
  <inkml:trace contextRef="#ctx0" brushRef="#br0" timeOffset="158224.88">26110 9619 147 0,'0'0'1435'0,"0"0"-945"16,0 0-95-16,4 34 40 0,-4-16-255 16,0 1-40-16,-4 0-15 15,4-4-58-15,0 5-67 0,-3-4-71 16,0 4 69-16,3-2-79 0,0-3-162 16,0-2 223-16,3-2-34 0,4-2-39 15,-1-2 91-15,0 0 2 0,4-4 0 16,0 0 32-16,0-1 22 0,2-2 36 15,1 0-32-15,0-2-29 0,-3-2-23 16,3 1 29-16,0-3-35 0,-3-1 7 16,-1 1-20-16,-2-2-13 15,-1-2-282-15,4 0-14 0,-7-4-239 16,3-1-689-16,-2 4 571 0</inkml:trace>
  <inkml:trace contextRef="#ctx0" brushRef="#br0" timeOffset="158393.52">26336 9586 52 0,'0'0'1237'0,"0"0"-201"0,0 0-710 16,0 0-46-16,0 0 149 15,-6 46-182-15,-4-22-79 0,4 0-45 16,-1-2-1-16,1 2-116 0,-1-2 36 16,1 0-81-16,3-5 39 0,3-2-286 15,0-4 100-15,0-3-78 0,3-5-484 16,-3 0-316-16,6-3 240 0</inkml:trace>
  <inkml:trace contextRef="#ctx0" brushRef="#br0" timeOffset="158741.93">26469 9650 412 0,'0'0'2212'0,"-20"37"-1861"16,8-15-137-16,5-3 61 0,1-1-79 15,2-1-54-15,4-2-44 0,0-3 24 16,4-2-77-16,5-2-23 0,4-3 34 16,3-3-47-16,4-2 22 15,-1-1 32-15,4-5-63 0,-4-2 34 16,4-3-34-16,-4 1 0 0,-3-1-12 16,0 1 8-16,-6 0 4 0,-3 0-40 15,-7 1 40-15,0 1 0 0,0 1-47 16,-7 1 35-16,-6-1 12 0,3 4-47 15,-9-1 47-15,0 4 0 0,6 3 25 16,-3 1 0-16,3 3-25 0,6-4-25 16,1-1 9-16,6 0 16 15,0 1-151-15,0-1 120 0,3-2-76 16,13 0-327-16,4-1-26 0,-1-3-623 16</inkml:trace>
  <inkml:trace contextRef="#ctx0" brushRef="#br0" timeOffset="158862.21">26866 9902 889 0,'0'0'1810'0,"0"0"-1213"16,0 0-552-16,0 0-45 0,0 0-436 16,0 0-170-16,0 0-604 0</inkml:trace>
  <inkml:trace contextRef="#ctx0" brushRef="#br0" timeOffset="161351.86">24302 9938 440 0,'0'0'287'0,"0"0"55"15,0 0-169-15,0 0-4 0,0 0 108 16,0 0-131-16,0 0-13 0,0 0 59 16,0 0-102-16,0 0 4 0,0 0 100 15,0 0-45-15,0 0-8 0,0-1 94 16,3 0-47-16,-3 0-41 0,3 0-17 15,0 0-16-15,4 0-44 0,-4-1-48 16,0 2 72-16,4 0-50 0,-4 0-31 16,7 0 53-16,-1 2-66 15,1 0 37-15,3-1 7 0,0 0-44 16,0 1 33-16,0-2-11 0,0 1-22 16,3-1 28-16,-3 0-10 0,6 0-18 15,0 0 0-15,1 1 0 16,-4-1 0-16,3 0 10 0,-3 3-10 15,4-2 0-15,-1 0 28 0,-3 0-10 16,4 2-18-16,2-2 35 16,-2 1-29-16,2-1-6 0,1 1 22 15,3 0-22-15,0 0 0 0,-1-1 9 16,1 0-9-16,-3 0 0 0,3 0 13 16,0 2-13-16,-1-3 0 0,1 1 21 15,3-1-17-15,0 0-4 0,0 1 24 16,1 0-14-16,-1-1-10 0,3 0 28 15,-3 0-16-15,0 0-12 0,3 0 34 16,1 0-9-16,-1-1-25 0,0 1 37 16,1-1-18-16,-1 1-19 15,0 0 18-15,0 0-18 0,1 1 0 16,-1-1 6-16,0 0-6 0,1 0 0 16,-4 0-3-16,0 0 3 0,-3 1 0 15,3-1 13-15,0 0-13 16,-3 1 0-16,-1-1 0 0,1 1 0 15,3-1 0-15,-3 0 18 0,0 0-18 16,0 0 0-16,0 0 19 16,-4 0-19-16,4 0 0 0,0 1 9 15,-3 0-9-15,2 0 0 0,-2-1 0 16,0 0 0-16,-1 1 0 0,1 1 3 16,-1-2-3-16,4 2 0 0,0-1 0 15,0 0 0-15,0 0 0 0,-4-1 9 16,1 1-9-16,3-1 0 0,-7 2 10 15,1-2-10-15,2 0 0 0,-2 1 6 16,-1-1-6-16,-3 1 0 0,0-1 18 16,0 0-18-16,1 0 0 15,-1 0 28-15,-7 2-28 0,4-2 0 16,-3 1 9-16,-4-1-9 0,-2 0 0 16,-1 1 22-16,0-1-22 0,0 0 0 15,1 1 27-15,-1-1-23 16,-3 0-4-16,0 1 12 0,0-1-12 15,0 0 0-15,0 0 15 0,3 0-15 16,-3 0 0-16,0 0-6 16,0 0 6-16,3 0 0 0,-3-2-220 15,4 1 164-15,-1-2-105 0,6 2-369 16,1-4 127-16,-3-1-289 0,6-3-1686 0</inkml:trace>
  <inkml:trace contextRef="#ctx0" brushRef="#br0" timeOffset="-200698.03">21433 10143 630 0,'0'0'437'0,"0"0"-206"0,0 0 293 16,0 0-378-16,0 0 10 15,0 0 200-15,0 0-220 0,0 0-17 16,30 28 64-16,-24-11-26 0,0 4-16 16,1 3 47-16,-4 2-26 15,-3 3-38-15,7-1-39 0,-4-1 22 16,0 0-107-16,0-5 31 0,4-1-32 16,-1-7 1-16,1 0-170 0,2-6 66 15,1-3-74-15,-4-2-342 16,1-2 114-16,-1-1-112 0,-6-2-621 15</inkml:trace>
  <inkml:trace contextRef="#ctx0" brushRef="#br0" timeOffset="-200430.14">21424 10130 836 0,'0'0'306'0,"0"0"-52"0,0 0 214 16,0 0-257-16,39-35 10 15,-20 27 102-15,0 1-185 0,1 2-15 16,2-1-14-16,-2 3-13 0,-1 3-32 16,-3 0-19-16,0 6 6 15,0 0-51-15,-9 1 19 0,3 5-9 16,-4 1-1-16,-3 2 4 0,-3 3 28 16,0-1-9-16,-3 1-13 0,-7 2 48 15,1-2-67-15,-4 1-19 16,-3-3 16-16,-1 1-51 0,1-4-192 15,3-1 79-15,-3-3-64 0,7-2-425 16,2-1 74-16,1-5-200 0</inkml:trace>
  <inkml:trace contextRef="#ctx0" brushRef="#br0" timeOffset="-200013.08">21708 10319 1600 0,'0'0'487'16,"0"0"31"-16,6 42-289 15,-2-33-78-15,-1-2-49 0,0-3-51 16,-3-1-51-16,3 0-9 0,1 0-10 16,-1-2 19-16,0-1-61 0,0-1 57 15,-3-7 4-15,7-6-66 16,-4-4 65-16,0 1-11 0,0-4-61 15,1 2 53-15,-1-3-2 0,3-1-39 16,-2-1 28-16,2 0-25 0,4 1-116 16,3 2 123-16,3 6 51 0,-3 1 43 15,3 5 53-15,-3 3 24 0,-4 6 102 16,-2 0-88-16,-1 3-9 0,1 4 98 16,-1 5-4-16,7 5-49 0,-3 4-66 15,-4 1 19-15,4-2-101 0,-7 0 16 16,4 0-7-16,-1-3-31 15,1 2-34-15,-1-2 15 0,1 0 19 16,-4-3-230-16,0 1 138 0,0-4-85 16,-3-3-246-16,0 0 218 15,0-5-78-15,0 0-429 0,-3-2 78 16,-7-1-427-16</inkml:trace>
  <inkml:trace contextRef="#ctx0" brushRef="#br0" timeOffset="-199842.02">21802 10259 1803 0,'0'0'415'0,"0"0"76"15,0 0-218-15,48-5-45 0,-32 2 27 16,4 2-125-16,2-1-130 0,-2 1-7 16,-1 2 6-16,4-1-135 0,2 0-321 15,-2 0 100-15,3 0-355 16,-10 0-1190-16</inkml:trace>
  <inkml:trace contextRef="#ctx0" brushRef="#br0" timeOffset="-199471.87">22238 10118 1728 0,'0'0'260'0,"0"0"6"0,-42-8 151 16,29 8-218-16,3 0-13 0,-3 1 41 16,3 2-90-16,4 0-92 0,0-1-30 15,2 1 17-15,1 2-32 0,3 1-86 16,-3 0 85-16,3 3-23 0,6 0-116 16,7 5 85-16,3-1-44 0,1 0-142 15,-1-3 112-15,0-1 10 16,-3-1-62-16,3 1 132 0,0-3 49 15,-3 2 23-15,-3 0 58 0,-4-4 19 16,-3 3 32-16,-3-3-26 0,4 3 13 16,-4 0 115-16,-4 2-74 15,-5 1-33-15,-1 2-60 0,-6-1-7 16,3-1-60-16,-3 0-26 0,6-6 1 16,0 0 25-16,1-1-203 0,5-3 75 15,1 1-102-15,0-1-389 16,3-1-66-16,0-6-345 0</inkml:trace>
  <inkml:trace contextRef="#ctx0" brushRef="#br0" timeOffset="-199086.12">22541 10121 313 0,'0'0'222'0,"0"0"-49"15,0 0-20-15,-45 25-91 0,29-11 16 16,0 1 42-16,0-3-28 0,6 2 35 16,0-1 221-16,4 1-118 15,6-2-9-15,0-1 32 0,3 0-176 16,7-2-28-16,-1 0-14 0,4 0-6 16,3-2 4-16,4 0 12 0,-4-1-3 15,3 0 16-15,-2-1 133 16,-5 1 2-16,-2-1-62 0,0 0 9 15,-4-1 0-15,-6 0-20 0,4 1 3 16,-4 0 31-16,-4 1-43 0,-5 3-64 16,-8 2 49-16,1-3-96 0,-3-1 34 15,-4-1-24-15,7-3-10 0,-3 0-91 16,3-3 91-16,3 0-116 0,0-2-287 16,6 0 133-16,1-1-68 0,6-2-608 15,-3 3-37-15,6-5-56 0</inkml:trace>
  <inkml:trace contextRef="#ctx0" brushRef="#br0" timeOffset="-198401.4">23333 10263 670 0,'0'0'335'0,"0"0"79"0,0 0-212 0,0 0-69 16,0 0-42-16,0 0-75 15,0 0 13-15,0 0 98 0,-36-17-4 16,26 17 39-16,4 1 203 0,-1 0-107 16,4 6-44-16,0 0 42 0,0 5-53 15,3 6-14-15,0 2 31 16,3 1-31-16,7 0-83 0,-4-4-97 15,4 1 90-15,-4-4-99 0,4 0-3 16,0-4 2-16,-1 0 1 0,-2-4-156 16,-4-2 154-16,0-2-46 0,1-1-55 15,-4 0 103-15,3-1 0 0,-3-2 13 16,0-4-4-16,-7-6-9 0,1-3-78 16,-7-6 65-16,0 2 13 0,0-3-138 15,-3-1 122-15,0-1-78 16,-4-4-232-16,4 0 199 0,7 1-36 15,9 2-306-15,0 3 324 0,9 5 145 16,4 2 19-16,3 4 56 0,4 0 28 16,-1 3 141-16,4 2-90 15,-1 4-23-15,-2 2 50 0,-4 0-19 16,-3 3-48-16,-4 1-26 0,-2 4 22 16,-1 4-104-16,-2-1 38 0,-1 1-13 15,-3 2-31-15,-7 0 29 16,1-1 19-16,-7-1-48 0,0 1 37 15,0-3-24-15,0 0-13 0,0-1-63 16,4-2 47-16,-1 0-35 0,3-3-266 16,1-1 114-16,6-2-119 0,0 2-712 15,-3-2-132-15</inkml:trace>
  <inkml:trace contextRef="#ctx0" brushRef="#br0" timeOffset="-198066.86">23575 10422 1431 0,'0'0'390'0,"0"0"-4"0,0 0-243 0,0 0-14 0,0 0 103 0,0 0-138 16,0 0-94-16,0 0-4 0,0 0 3 16,-13-36 0-16,10 19-53 0,3-2 34 15,0 0-9-15,0 0-80 16,0-1 34-16,9 1 33 0,1 3 26 15,6 1 16-15,4 2 52 0,-1 4 138 16,0 2 0-16,1 4 31 0,-1 3 127 16,-3 0-110-16,4 6-56 0,-7 4-59 15,-7 3 22-15,4 4-105 0,-7 0 4 16,0 2-25-16,0-3-19 0,-3 1-53 16,0-1 34-16,0 0 19 0,0-3-179 15,-3-1 150-15,0-4-43 16,0-4-145-16,0 1 179 0,-4-2-57 15,1 0-236-15,-4 2 100 0,-3-6-97 16,0-1-458-16,-3-4 197 0,3 0-11 16</inkml:trace>
  <inkml:trace contextRef="#ctx0" brushRef="#br0" timeOffset="-197916.91">23565 10269 1639 0,'0'0'743'15,"36"0"-385"-15,-20 0-85 0,0 0-65 16,-3 0-112-16,0 0-96 0,0 0-35 16,-4 0-6-16,1-1-119 0,-3 0-500 15,-4 0-393-15,3-3-107 0</inkml:trace>
  <inkml:trace contextRef="#ctx0" brushRef="#br0" timeOffset="-197682.23">23681 10119 2289 0,'0'0'310'15,"0"0"-68"-15,0 0 66 0,0 0-129 16,39-22-23-16,-26 12 59 0,-3 0-35 16,-4-1-114-16,-2 6-35 0,-4-1 3 15,0 2-34-15,0-1 19 16,-7-3-44-16,-3 1 25 0,-6 3-85 15,0 3 67-15,0 1 18 0,6 2-158 16,4 1 136-16,-1 3-82 0,4 4-342 16,-3 2-71-16,2 0-587 0</inkml:trace>
  <inkml:trace contextRef="#ctx0" brushRef="#br0" timeOffset="-197329.81">24027 10216 2706 0,'0'0'341'0,"0"0"-70"0,0 0-29 16,0 0-147-16,0 0-95 0,0 0-127 15,0 0-38-15,0 0-123 16,0 0-520-16,0 0-14 0,19 31-346 0</inkml:trace>
  <inkml:trace contextRef="#ctx0" brushRef="#br0" timeOffset="-197190.93">24014 10319 2132 0,'0'0'391'0,"0"0"-40"0,0 0 136 0,0 0-249 15,0 0-83-15,0 0-118 16,0 0-37-16,0 0-15 0,36 15-400 15,-27-15 5-15,-2 1-315 0</inkml:trace>
  <inkml:trace contextRef="#ctx0" brushRef="#br0" timeOffset="-196444.81">24524 10280 1832 0,'0'0'373'0,"0"0"257"0,0 0-348 0,17 46-62 15,-14-31 0-15,-3 0-62 0,3-2-108 16,0 0-15-16,-3-4-35 0,0-1 0 16,0-3-139-16,4-2 136 15,-4 0-41-15,0 0-99 0,3-2 130 16,0-1-19-16,-3-4 20 0,6-6 12 16,1-3 0-16,-4-4 16 0,4 0-16 15,-4-1 0-15,3 2 9 16,-2-1-10-16,-1 0 1 0,3 2-146 15,-3 4 104-15,4 6 7 0,-4-1 35 16,4 5 16-16,-4 0 54 0,0 1 26 16,3 4 47-16,-2 6-17 0,2 6 26 15,1 1 5-15,-1-1-65 0,-3-1-80 16,4-4 44-16,-4 0-56 0,3-4-68 16,-6-2 39-16,4-3 19 0,2-1-161 15,1-1 170-15,-4 0-27 16,7 0-54-16,2-4 82 0,5-6 0 15,2-2-59-15,-3-1 47 0,0-1-4 16,-3 1-9-16,0-1 25 0,0 4 0 16,-3 3 19-16,-1 2-19 15,-2 2 0-15,-7 2 3 0,3 1 104 16,0 2-19-16,-3 4-53 0,0 5 72 16,0 7-79-16,0 1 0 0,0 1-11 15,0-2-17-15,0-3-202 16,0-1 48-16,4-4-192 0,-4-1-886 15,3-5-211-15</inkml:trace>
  <inkml:trace contextRef="#ctx0" brushRef="#br0" timeOffset="-196152.15">25006 10410 702 0,'0'0'694'0,"0"0"-447"0,0 0-55 0,0 0-52 0,0 0-17 15,0 0 23-15,0 0-109 0,6-43-37 16,-3 26-52-16,4 1 29 0,-1-3 23 16,-2 2 2-16,2-1 0 15,0 6 15-15,1 1 12 0,3 0 19 16,-1 5 46-16,7 0 139 0,-3 5-69 16,0 1-13-16,0 3 39 0,0 4-75 15,0 2-38-15,0 4-26 16,0 0 12-16,-3 2-63 0,-1 2-9 15,-2-1 9-15,-4 2 0 0,3-2-89 16,1 1 60-16,-4-3-99 0,0 0-192 16,-3-2 78-16,0-3-162 0,0-3-776 15,0-1 164-15</inkml:trace>
  <inkml:trace contextRef="#ctx0" brushRef="#br0" timeOffset="-195966.99">25074 10303 316 0,'0'0'1982'0,"0"0"-1417"0,38-1-299 16,-18 1-75-16,-4 2-95 0,0-2-52 16,0 0-44-16,0 0-181 0,-3-2-174 15,-3-2-281-15,-4 1-1524 16</inkml:trace>
  <inkml:trace contextRef="#ctx0" brushRef="#br0" timeOffset="-195748.03">25106 10135 2141 0,'0'0'778'0,"0"0"-406"0,0 0-83 15,0 0-40-15,0 0-38 0,0 0-11 16,0 0-63-16,0 0 12 0,0 0-149 16,0 0 58-16,32-6-61 15,-25 2 3-15,-4-1-278 0,0 0 131 16,0 1-145-16,0 0-762 0,1 0-246 16,-1-1-31-16</inkml:trace>
  <inkml:trace contextRef="#ctx0" brushRef="#br0" timeOffset="-195285.28">25642 10231 1197 0,'0'0'813'0,"0"0"-146"16,19 36-349-16,-12-15-75 0,3-2-1 15,-4-1-70-15,0 1-43 0,1-2-66 16,3-1 9-16,-7-2-72 0,3-4 25 16,-3-4-25-16,1-2 0 0,-1-2 4 15,0-1 11-15,0-1 32 16,4-2-22-16,-1-8 98 0,1-4-76 15,-1-5-25-15,1-1 43 0,-4-2-65 16,0 3 10-16,-3-1-45 16,0-1 35-16,0-2-392 0,0 4 83 15,0 1-249-15,0 6-882 0,3 5 685 16,7 5-38-16</inkml:trace>
  <inkml:trace contextRef="#ctx0" brushRef="#br0" timeOffset="-194974.22">25865 10290 135 0,'0'0'453'0,"10"43"29"15,-7-26-114-15,-3-4-23 0,3-2 132 16,-3-1-215-16,0-3-30 0,0-3 86 16,0-1-129-16,0 0-78 0,3-2-85 15,0-1 34-15,1 0-25 0,-1-3-6 16,7-6 53-16,-4-5-82 0,4-3 0 16,-1-2 0-16,1 3 0 0,-3-1-60 15,2 1 47-15,1 1-9 16,3 3-76-16,-3 2 95 0,-1 3 3 15,-2 4-44-15,-1 3 44 0,-3 0 19 16,1 0 6-16,2 6 112 0,1 4-14 16,-4 6 19-16,3 3 22 15,-6 1-53-15,0 0-96 0,0-1 76 16,0-1-91-16,0 0-4 0,0-3-20 16,0 2 24-16,0-4-296 0,-3-2 129 15,3-3-109-15,-3-3-312 16,3-2 117-16,-3-2-152 0,3-1-582 15</inkml:trace>
  <inkml:trace contextRef="#ctx0" brushRef="#br0" timeOffset="-194761.39">25926 10228 1351 0,'0'0'1232'0,"0"0"-804"0,0 0-86 15,49 3-69-15,-27-2-109 0,-2 0-60 16,-1 0-63-16,-3 1 41 0,0-2-82 16,-3 1-163-16,0-1-16 15,-3 0-161-15,0 0-634 0,-7 0-200 16</inkml:trace>
  <inkml:trace contextRef="#ctx0" brushRef="#br0" timeOffset="-194591.36">26065 10225 1000 0,'0'0'1693'0,"0"0"-1343"0,32 7-62 16,-15-5-164-16,-1-1-76 0,-3 0-36 16,0-1 32-16,-4 0-44 0,1 1-220 15,-4-1-144-15,-2 2-213 16,-4 0-840-16</inkml:trace>
  <inkml:trace contextRef="#ctx0" brushRef="#br0" timeOffset="-194445.85">26078 10341 375 0,'0'0'1683'0,"0"0"-927"16,39 3-569-16,-26-6-85 0,3 0-95 15,0-1-7-15,-6 0-93 0,-1 1-345 16,-5 2-265-16,2 0-588 0</inkml:trace>
  <inkml:trace contextRef="#ctx0" brushRef="#br0" timeOffset="-194302.67">26136 10443 17 0,'0'0'304'0,"0"0"-304"16,45-20-10-16,-32 13-301 15</inkml:trace>
  <inkml:trace contextRef="#ctx0" brushRef="#br0" timeOffset="-193885.45">26281 10278 760 0,'0'0'1290'0,"0"37"-778"15,0-18-248-15,-3-3 25 0,3 1 58 16,0-2-147-16,0-3-149 0,0-1-29 16,0-2-44-16,0-3 6 0,0-1-164 15,0-3 141-15,0 0-5 16,0 1-87-16,-3-3 90 0,3 0-7 15,0-5-102-15,0-5 113 0,0-4 37 16,0-3 39-16,6-2 8 0,-2-1-47 16,5 0-77-16,1-1 42 15,0 2-26-15,6 0-23 0,0 3 84 16,-3 4 64-16,3 4 154 0,-3 1 31 16,-3 5-33-16,-4 0 5 15,-3 2-67-15,-3 0-59 0,4 2-95 16,-4 3 72-16,0 3-69 0,-4 4 22 15,1 6 47-15,-3-3-72 0,-1 4-13 16,7-4 13-16,-6 1 0 0,6 0-103 16,0-2 88-16,0-1 15 0,0-3-158 15,3-2 124-15,-3-2-89 0,7-3-375 16,-1 1 101-16,4-2-99 0,3-2-504 16,0-3-125-16</inkml:trace>
  <inkml:trace contextRef="#ctx0" brushRef="#br0" timeOffset="-193639.54">26475 10299 1547 0,'0'0'507'0,"0"0"-167"0,-19 42 249 0,16-29-265 15,3 0-76-15,0 1 1 16,0-3-73-16,3-2-65 0,3 0-102 15,4-2 82-15,3-1-91 0,6 0 37 16,1 2-18-16,-1-6-19 0,4-1-236 16,-7-1 158-16,0-1-70 0,-3-5-314 15,-3 0 106-15,-1-1-201 0,-5 2-883 16</inkml:trace>
  <inkml:trace contextRef="#ctx0" brushRef="#br0" timeOffset="-193483.4">26533 10297 1012 0,'0'0'1342'16,"0"0"-672"-16,0 0-379 15,0 0-30-15,0 0-12 0,0 0-89 16,0 0-160-16,39 16-87 0,-26-17-5 16,0-3-94-16,-7 0-442 0,-2 1 13 15,-1 1-458-15</inkml:trace>
  <inkml:trace contextRef="#ctx0" brushRef="#br0" timeOffset="-193336.81">26621 10127 2153 0,'0'0'518'0,"0"0"-158"16,45-5-181-16,-32 5-71 0,3 0-73 15,0 0 19-15,-6 0-54 16,-1 0-148-16,-2 0-54 0,-4 1-151 15,4 1-661-15,-4 0 265 0</inkml:trace>
  <inkml:trace contextRef="#ctx0" brushRef="#br0" timeOffset="-190881.58">21605 10745 447 0,'0'0'293'0,"0"0"421"0,3 34-233 16,0-16-222-16,0 5 0 0,1-1 77 15,2-1-150-15,0 3-29 0,1-2-45 16,-1 0-68-16,1-5-44 0,3-4-64 16,-4-5 64-16,-3-3-39 15,4-3-77-15,-4-1 116 0,0-1 13 16,10-1-7-16,0-9 55 0,0-7-13 15,0-3-32-15,0-4 38 0,-4 0-54 16,1 3 7-16,-3 1-27 16,2 2 20-16,-5 2-163 0,-1 1 54 15,0 7-42-15,-3 0-87 0,0 2 161 16,0 4 38-16,0 1 39 0,0 1 45 16,0 0-16-16,0 2 41 15,-3 6 20-15,3 1 26 0,0 4 49 16,0 3-40-16,0-2-20 0,0 1 20 15,3-2 12-15,0 1-36 0,0-2-41 16,4 0 35-16,3-1-95 0,-1-1-28 16,1-3 2-16,3 0 23 0,3-2-212 15,-3-2 56-15,0-2-119 0,0-2-710 16,-4-3-174-16</inkml:trace>
  <inkml:trace contextRef="#ctx0" brushRef="#br0" timeOffset="-190583.15">22021 10788 1061 0,'0'0'615'0,"0"0"-8"0,0 0-387 15,-19 34-24-15,12-11 103 0,-2 1-91 16,6-1 0-16,3-2 45 0,-4 0-60 16,4-2-58-16,7-3-68 15,2-4 39-15,1-2-106 0,3-5 3 16,3-2-3-16,0-3 0 0,1-3 22 15,-5-3-22-15,1-3 0 0,0-2 25 16,-3 0 0-16,-4-2-25 0,-2 0 28 16,-4-1-13-16,0 3-15 0,-4-4-37 15,-5 4 21-15,-1-1 16 0,-3-1-185 16,0 2 113-16,-3 1-85 0,0 2-229 16,6 2 159-16,4 2-160 15,6 1-483-15,0 1 372 0,0 1 46 16</inkml:trace>
  <inkml:trace contextRef="#ctx0" brushRef="#br0" timeOffset="-190165.43">22199 10865 826 0,'0'0'609'0,"0"0"-264"16,26 45-115-16,-23-32 46 0,0 0-127 16,-3-3 19-16,0-1 54 0,0-2-142 15,-3-2-64-15,3-2-6 16,-3-1 3-16,3 0-7 0,-3-2 1 15,-1-1 15-15,1-6-22 0,0-9-83 16,0 0 80-16,3-4-10 0,0-1-29 16,0 3 42-16,3-3-3 0,3 3-56 15,4-1 59-15,6 0 3 0,0 5 90 16,0 1 93-16,1 5 51 0,-1 3 115 16,0 3-156-16,-6 2-80 15,-4 0-56-15,1 5 53 0,-4 2-94 16,0 3 15-16,0 3 7 0,-6 2-41 15,-3-4-13-15,-1 3-12 0,-3-1 25 16,1 0-191-16,-1 0 169 16,-3-2-35-16,3-1-65 0,4 0 122 15,-4-2 0-15,7-2-1 0,0-2 1 16,3 0 0-16,0 1 28 0,0 0 29 16,3-1-13-16,0 1 3 0,7-1 98 15,3 0-86-15,3 0-40 16,0-1 37-16,0-3-56 0,0 0-100 15,-6 0 99-15,3-4-116 0,-3 0-232 16,-4-1 162-16,1-2-90 0,-1-2-339 16,4-5 241-16,-4 0-73 0,-3-3-304 15,1 3 283-15,-1 2 45 0</inkml:trace>
  <inkml:trace contextRef="#ctx0" brushRef="#br0" timeOffset="-189729.81">22470 10777 370 0,'0'0'1094'0,"0"0"-499"0,0 0-93 15,16 34 83-15,-6-15-292 0,-3 2-87 16,-1-3-48-16,-3-2-20 16,4-2-109-16,-4 0 18 0,3-5-38 15,-6 0-9-15,4-4-69 0,-4-1 57 16,3 1 12-16,-3-1-133 0,0-2 111 16,0 0-47-16,0-2-108 15,0-5 142-15,-3-4-38 0,3-4-22 16,0-3 95-16,0-4 0 0,0 2-13 15,0-1 10-15,3-1-26 0,7 2 19 16,-1 1 10-16,1 4 48 0,3 3 95 16,-3 2 28-16,-1 4-44 0,-2 3-14 15,-1 1 16-15,-3 0-72 0,1 3-44 16,-1 3 61-16,0 7-74 0,-3 0 41 16,0 4-32-16,-6-1-9 15,2 0-78-15,-2-2 63 0,3 1 15 16,-1 0-95-16,1-1 93 0,0-1 2 15,3-1-32-15,0-1 32 0,3-2 0 16,0-3 32-16,1-1 0 0,-1-3-32 16,3 2-4-16,4-3 4 15,3 0 0-15,0-1-53 0,-3-6 28 16,-1-1-32-16,1-2-340 0,-4 0 177 16,4-4-113-16,0 0-581 15,-4 0 190-15,1 1-81 0</inkml:trace>
  <inkml:trace contextRef="#ctx0" brushRef="#br0" timeOffset="-189516.53">22767 10753 453 0,'0'0'1163'0,"0"0"-640"0,0 0-102 0,0 0 0 16,-3 47-270-16,0-28-58 0,3-1-26 16,-3-3 15-16,3 2-40 15,0-3-23-15,3 2 79 0,0-2-22 16,4-3-63-16,2-1 57 0,1-2-14 15,3-2-56-15,0-3 63 0,0-1-63 16,3-2-9-16,0 0 7 16,-3-2 2-16,0-1-164 0,0-2 28 15,-3 0-129-15,-7 1-674 0,3 1-191 16,-3-4-36-16</inkml:trace>
  <inkml:trace contextRef="#ctx0" brushRef="#br0" timeOffset="-189333.44">22774 10817 307 0,'0'0'723'0,"0"0"828"15,0 0-1094-15,0 0-58 16,32 11 4-16,-16-8-186 0,-3-1-117 0,0-2-87 16,0 0 46-16,-3-1-59 15,-1-2-180-15,-2 0 42 0,-1 0-124 16,-2-1-561-16,-1 2 47 0,0-7-382 0</inkml:trace>
  <inkml:trace contextRef="#ctx0" brushRef="#br0" timeOffset="-188942.4">22838 10693 450 0,'0'0'1042'0,"0"0"-581"0,0 0 138 16,52 6-396-16,-36-5-26 0,4-1 6 15,-1 0-90-15,-3 1-93 0,0 1-103 16,-3 1-89-16,-3 0-98 0,0 1-214 16,-7 1 335-16,0 0 154 0,0 3 15 15,1 6 81-15,-4 2 68 0,0 0 242 16,-4-1-158-16,1-1-41 0,3-1 36 16,-3 0-82-16,3 1-41 15,-3-6-54-15,3 0-3 0,0-1-48 16,0-4-36-16,0 0 34 0,3 0 2 15,0-1-35-15,4-2 35 0,2-5 0 16,4-5-64-16,0-4 64 0,0-1-63 16,-3 1-161-16,-1 3 173 15,-2 2 6-15,-1 3 3 0,-2 2 42 16,-1 2 29-16,0-1 19 0,0 2 77 16,0 1-4-16,-3 4 86 15,0 7-27-15,0 6-47 0,-3 2-26 16,3 1 25-16,0-3-132 0,0-6-60 15,0-2 59-15,3-3-137 0,-3-2-359 16,7-2 117-16,-4 0-203 0,4-1-973 16</inkml:trace>
  <inkml:trace contextRef="#ctx0" brushRef="#br0" timeOffset="-188713.28">23271 10749 1234 0,'0'0'1405'0,"-16"32"-964"0,10-9 157 0,-1-2-240 16,1 2-82-16,-1-1-38 0,4-3-25 15,3 1-213-15,0-5 15 0,3 1-55 16,0-5 28-16,1-1-278 0,-1-5 178 16,0-1-121-16,4 0-411 15,-1-2 328-15,1-2-118 0,-1 0-684 16,-3-5 103-16</inkml:trace>
  <inkml:trace contextRef="#ctx0" brushRef="#br0" timeOffset="-188557.16">23197 10693 894 0,'0'0'1060'0,"0"0"-742"15,45-16-34-15,-25 11-190 0,5 2-46 16,-2 3-48-16,3-2-41 0,3 1-21 15,-3 0-530-15,-4 0-172 0,1 0-48 0</inkml:trace>
  <inkml:trace contextRef="#ctx0" brushRef="#br0" timeOffset="-188181.84">23555 10721 103 0,'0'0'515'0,"0"0"212"0,0 0-311 16,0 0 91-16,0 0-178 16,0 0-36-16,-9 44 79 0,2-26-130 15,1 1-62-15,-1 2-6 0,1-2-11 16,-1 1-53-16,4-4-35 0,3-1 43 16,0-2-118-16,3-4 13 0,1-1-15 15,5 0 2-15,4-5-50 16,0-1 50-16,0-2 0 0,3-2-12 15,-3-3-7-15,0-1 19 0,-3 0-267 16,-4 1 91-16,-2-2-130 0,-1 1-601 16,0 0-65-16,-3-5-13 0</inkml:trace>
  <inkml:trace contextRef="#ctx0" brushRef="#br0" timeOffset="-188002.15">23559 10817 1611 0,'0'0'1002'0,"0"0"-632"15,0 0 119-15,42 11-293 0,-26-11-113 16,0 0-68-16,0-5 23 16,-3 1-38-16,0-1-91 0,-3 1 78 15,-4 0-132-15,-3-2-330 0,1 1 118 16,-4-1-166-16,0-2-599 0,3 2 470 16</inkml:trace>
  <inkml:trace contextRef="#ctx0" brushRef="#br0" timeOffset="-187865.46">23562 10674 426 0,'0'0'1330'0,"0"0"-407"16,0 0-480-16,0 0 13 0,0 0-47 15,42 9-208-15,-16-8-179 0,-4 1 34 16,4-2-58-16,-3 0 2 0,3 0-225 16,0-2 71-16,3 0-133 15,0-2-631-15,6 0-228 0,-9 0 59 16</inkml:trace>
  <inkml:trace contextRef="#ctx0" brushRef="#br0" timeOffset="-187199.4">24276 10715 1642 0,'0'0'384'0,"0"0"121"0,0 0-241 15,0 0-10-15,0 0 52 0,0 0-131 16,35-6-54-16,-28 18 5 0,2 6 69 16,-2 5-35-16,-4 3-29 0,-3 1 28 15,0-2-159-15,0-5 21 16,3 1-42-16,-3-4 21 0,0-5-205 15,0-5 158-15,0-2-53 0,0-3-133 16,0 0 195-16,0-2-54 0,0-2-167 16,0-7 160-16,0-6-83 0,0-4-251 15,0-2 213-15,0 1-35 0,4 0-131 16,-4-1 146-16,3 1 22 0,3 1-79 16,4-1 252-16,0 6 45 15,-1 1 91-15,4 3 39 0,0 2 72 16,-3 6 292-16,3 2-118 0,-4 1 1 15,4 8 153-15,0 0-238 0,-3 2-77 16,-4 4-11-16,4 0-3 16,-7-1-48-16,1 2-63 0,-4-2 52 15,0 1-114-15,0-4 12 0,-4 2 15 16,-2-1-55-16,-1-4 10 0,4-2-10 16,-3-1 0-16,3-2-196 15,-4 1 150-15,1-2-106 0,-1 1-296 16,1-3 154-16,2 0-129 0,1 0-609 15,3 0 233-15,7-4-205 0</inkml:trace>
  <inkml:trace contextRef="#ctx0" brushRef="#br0" timeOffset="-186924.26">24563 10872 75 0,'0'0'675'0,"0"0"-372"0,0 0 293 16,0 0-265-16,36 18-42 0,-33-15 57 16,0-2-195-16,0-1-35 15,-3 0-7-15,4-4-6 0,-1-4-11 16,3-5 33-16,-2-4-27 0,5 1-47 15,-2-3-51-15,2 2 54 16,-2-2-54-16,3 1 26 0,-1 4-23 16,4-3-3-16,0 5 3 0,0 1 19 15,0 3 23-15,0 5-45 0,0 3 69 16,-4 0-69-16,-2 8 19 0,3 6-3 16,-4 0 0-16,-3 7 6 0,1-3 22 15,-1 3-32-15,-6 0 7 16,3 1 51-16,0-2-70 0,0 1 12 15,0-2-43-15,3-4 31 0,-3-4-303 16,0-2 103-16,0-5-100 0,0-2-571 16,0-1 189-16,0-1 99 0,0 0-359 15</inkml:trace>
  <inkml:trace contextRef="#ctx0" brushRef="#br0" timeOffset="-186647.29">24663 10841 346 0,'0'0'1137'15,"0"0"-429"-15,0 0-472 0,42-19-39 16,-16 15 54-16,0 0-93 16,3 1-30-16,0-2-71 0,0-1-37 15,0 2-20-15,-3-1-86 0,-3 1 83 16,-1 1-13-16,-2 2-106 0,-4 1 97 16,-3 0-11-16,-4 3 11 15,1 5 25-15,-10 2 67 0,3 4 135 16,-3 4 34-16,0-1 36 0,0 4 43 15,-3-1-102-15,-3 1-163 0,2-2-16 16,1-2-68-16,0-3 3 0,0-7-314 16,0-2 153-16,3-3-125 0,-4 0-608 15,4-1-82-15,0-2 22 0</inkml:trace>
  <inkml:trace contextRef="#ctx0" brushRef="#br0" timeOffset="-186257.73">24990 10745 2006 0,'0'0'786'0,"0"0"-484"15,42 15-72-15,-30-8-90 0,5 1-84 16,-4 1-56-16,3 1-121 0,-3 2 48 16,0 1-26-16,-4 1-68 0,4 2 165 15,-6 1-33-15,2-3 35 16,-6-3 26-16,4-2 6 0,-7-4-16 15,3-1 54-15,-3 0-6 0,3 0 6 16,-3-2 19-16,0-2-89 0,0 0-9 16,0-5 9-16,4-5-108 0,-4-5-261 15,6-2 70-15,-3-2 5 0,1-2-40 16,5 3 233-16,-2-2-12 0,6 1-9 16,3 4 122-16,3 0 85 15,-3 5 353-15,4 4-105 0,-4 4 54 16,-3 2 207-16,0 4-303 0,-4 4-55 15,1 4-4-15,-3 3-21 16,-7 2-87-16,3 1-105 0,-3 3 110 16,-3-1-129-16,-4 0 52 0,4-2-54 15,0 1 2-15,-1-4-321 0,-2-1 222 16,3-4-131-16,-1-3-506 0,1-2 205 16,-3-2-267-16,6-1-1217 0</inkml:trace>
  <inkml:trace contextRef="#ctx0" brushRef="#br0" timeOffset="-186087.49">25238 10877 1273 0,'0'0'1585'16,"33"11"-1271"-16,-14-7-141 0,-3 1-141 16,3-3-32-16,1 1-10 15,-4-1-266-15,0 0-177 0,-3 1-697 16</inkml:trace>
  <inkml:trace contextRef="#ctx0" brushRef="#br0" timeOffset="-185979.04">25532 10996 1018 0,'0'0'2143'0,"0"0"-1549"0,0 0-538 16,0 0-56-16,0 0-437 0,0 0-139 15,0 0-895-15</inkml:trace>
  <inkml:trace contextRef="#ctx0" brushRef="#br0" timeOffset="11028.57">22771 11366 383 0,'0'0'629'0,"0"0"-193"16,0 0-117-16,0 0-79 0,0 0 68 15,0 0-146-15,0 0-30 0,0 0 45 16,0 0-70-16,-13-30-2 16,13 26 27-16,0 1-24 0,0-1-18 15,0 0 15-15,0 2 25 0,0 0-29 16,0 1-50-16,0 1 43 0,3 0-94 15,-3 0-9-15,0 1 9 16,6 6 0-16,-2 3 25 0,-4 7 19 16,3 6-25-16,-3 2 3 0,0 5 41 15,0-2-54-15,0 3 26 0,0 2 6 16,-3 0-41-16,3-2 29 0,-4 1-23 16,1-2-6-16,3-2-64 15,0-4 45-15,0-2-18 0,3-3-177 16,4 1 173-16,-1-6-44 0,1-1-137 15,2-2 155-15,1-3-32 0,3-4-83 16,0-2 182-16,3-2 19 0,4-6 61 16,-1 1 99-16,4 0-24 0,-1 1 10 15,1-1-14-15,3 3-40 0,-4-1-49 16,1-2 77-16,-1 2-139 16,-2 1 28-16,-1-3-59 0,1 2 3 15,-4 0-338-15,0-1 119 0,-6 2-267 16,-1-1-1943-16</inkml:trace>
  <inkml:trace contextRef="#ctx0" brushRef="#br0" timeOffset="12443.53">23391 11623 674 0,'0'0'1345'16,"0"0"-1047"-16,0 0-39 0,0 0-21 16,0 0-103-16,0 0-26 0,0 0-19 15,0 0-13-15,0 0-42 0,19-34-32 16,-16 27 48-16,1 2-22 16,2-2-23-16,-3-1 48 0,7 2-51 15,-7-2 20-15,7 1 5 0,-4 0-28 16,4-1-24-16,-3 2 24 0,2-2 0 15,-2 1-6-15,-1 4 6 16,1 0 0-16,-1 2 4 0,0 0-1 16,-2 1-3-16,2 1 3 0,-3 3 48 15,4 5-3-15,3 4 27 0,-7 4 61 16,3 1-38-16,1 2-38 0,-7 3 56 16,3-1-46-16,-3 1-61 15,0 0 72-15,0-5-81 0,0 1-6 16,0-3-16-16,0-1 22 0,3-1-192 15,-3 0 161-15,0-2-114 0,0 0-343 16,-3-2 187-16,-4 2-101 0,-2-4-674 16,2-1 264-16,-2-2 106 0</inkml:trace>
  <inkml:trace contextRef="#ctx0" brushRef="#br0" timeOffset="12666.92">23397 11854 3 0,'0'0'1465'0,"0"0"-997"15,0 0-8-15,0 0 33 0,0 0-252 0,0 0-11 16,39-17 93-16,-20 11-46 16,1 4-66-16,-1-1-59 0,-3 0-6 15,0 2-146-15,1 0 31 16,-1 1-34-16,0 1 3 0,0 3-258 16,-3 0 168-16,3 1-102 0,-3 0-367 15,0 2 153-15,0-2-61 0,-3-1-532 16,-4 0 351-16,0-1-134 0</inkml:trace>
  <inkml:trace contextRef="#ctx0" brushRef="#br0" timeOffset="12806.23">23778 11835 2096 0,'0'0'588'16,"0"0"111"-16,0 0-388 0,0 0-100 16,0 0-92-16,0 0-9 0,0 0-110 15,0 0-94-15,0 0 93 0,0 0-131 16,36 0-368-16,-30 2 146 15,1-2-216-15,-1 1-1200 0</inkml:trace>
  <inkml:trace contextRef="#ctx0" brushRef="#br0" timeOffset="13977.28">24392 11503 458 0,'0'0'665'0,"0"0"-226"15,0 0 110-15,0 0-316 0,26 49-55 16,-20-28 64-16,1-1-97 0,-7 1-49 15,3 1-16-15,0-4-26 16,-3 1-54-16,3 0-41 0,-3-7 2 16,0 1-92-16,0-3-172 0,0-7 119 15,0 1 6-15,0-4-97 16,0 0 200-16,-3 0 59 0,0-4-46 16,0-4-3-16,-4-7-3 0,1-1 68 15,-4-5 42-15,4 0 20 0,-1 2 26 16,4 0-60-16,-3-3-28 0,6 1 0 15,0 1-2-15,6 3 2 0,7 1 64 16,0 3-2-16,3 1 71 0,0 1 287 16,-3 1-197-16,3 4-18 0,0 1 58 15,-6 3-114-15,0 2-50 0,-4 0-58 16,1 1 35-16,-4 1-76 16,0 4 31-16,0 5-24 0,-3 1-7 15,0 3-79-15,-6 2 63 0,-1-4 13 16,-2-1-140-16,-1-1 141 0,0 1-49 15,1-6-102-15,5 0 102 16,1-3-26-16,0-1-86 0,3 1 111 16,0-1 4-16,0-2-32 0,6 0 80 15,7 0 29-15,7 0-7 0,-1 0 49 16,1 0 48-16,-1 1 76 16,-6 4-33-16,0 4-38 0,0 0-32 15,-4 1 0-15,-2 2-38 0,-1-1-42 16,-3 0 86-16,-3 1-98 0,0 1 44 15,-3-1-31-15,0 0-13 0,-7-1-38 16,4 1 25-16,-4-2 13 0,-3-1-128 16,7-1 127-16,-4-3-64 0,4-1-243 15,2-2 85-15,1 0-121 16,0-2-705-16,0 0-7 0,0-5 379 0</inkml:trace>
  <inkml:trace contextRef="#ctx0" brushRef="#br0" timeOffset="14378.55">24825 11574 831 0,'0'0'496'0,"0"0"-99"0,0 0 25 0,0 0-244 0,-3 37 3 0,-1-22 51 0,1 0-97 0,0-2-10 16,0 2-3-16,3-5-36 0,0-3-22 15,0 0-48-15,0-3 48 0,6 1-26 16,1-1-31-16,9 0 50 0,0 0-57 15,0-3 22-15,3-1-3 16,-2-2-19-16,-1-3-92 0,0 1 60 16,0-1-48-16,-3 0-188 0,-3-1 120 15,-4 2-61-15,-3 1-419 0,1 1 115 16,-1-4-8-16,-3 3-480 16</inkml:trace>
  <inkml:trace contextRef="#ctx0" brushRef="#br0" timeOffset="14540.16">24870 11613 650 0,'0'0'1147'0,"0"0"-498"15,0 0-394-15,0 0-56 0,0 0 125 16,0 0-101-16,0 0-65 16,0 0-79-16,0 0-16 0,36-6-63 15,-30 3-124-15,0 1 54 0,1 2-101 16,-4-5-306-16,0 4 88 0,-3 1-159 15,0-1-545-15,0 0 385 16</inkml:trace>
  <inkml:trace contextRef="#ctx0" brushRef="#br0" timeOffset="14679.3">24870 11529 522 0,'0'0'626'0,"0"0"-200"0,0 0 116 16,39-18-389-16,-23 11-76 0,-3 2-70 15,3 0-7-15,3 0-55 0,-2 2-286 16,-5-1-172-16,-2 1-465 0</inkml:trace>
  <inkml:trace contextRef="#ctx0" brushRef="#br0" timeOffset="15291.4">25109 11505 1404 0,'0'0'396'0,"0"0"23"15,0 0-199-15,0 0-39 0,3 45 64 16,-3-27-62-16,0-2-1 16,0 2 66-16,-3-2-64 0,0 2-55 15,0-4-50-15,-1 2 12 0,1-5-91 16,3-3-78-16,0 0 65 0,0-6-28 15,-3 2-189-15,3-1 151 16,0-2-17-16,0-1-85 0,0-8 88 16,6-6-38-16,-2-3-104 0,2-5 142 15,1 2 9-15,-4 0-81 0,3 3 110 16,1 1 0-16,-1 3-48 0,4 2 103 16,3-1 35-16,-4 1 92 15,4 4-24-15,0 3-35 0,-3 2 22 16,3 2-12-16,0 0 25 0,0 4 80 15,-4 5-49-15,1 0-35 0,0 3 19 16,-4 1-7-16,-3 1-44 0,1 1-29 16,-4 2 28-16,-4-1-66 0,-2 1 10 15,-4-3-10-15,-3 1 0 0,0 1 25 16,1-2-12-16,-5-1-13 16,4 1-91-16,-3-4 90 0,3-1-83 15,4-2-292-15,-1-5 65 0,4 0-228 16,2-2-1415-16</inkml:trace>
  <inkml:trace contextRef="#ctx0" brushRef="#br0" timeOffset="15935.02">25409 11533 1251 0,'0'0'657'0,"0"0"-359"16,0 0-88-16,0 0 10 0,0 0-91 15,39 37 0-15,-32-19 53 16,-1 1-47-16,-3-1 2 0,1 0 28 0,-4-3-29 16,0 1-123-16,0-2 12 15,0-2-50-15,0-2 22 0,0-3-143 16,0-2 130-16,-4-1-31 0,1-3-39 15,0-1 86-15,3-1 0 0,-3-10-101 16,3-6 66-16,3-4-16 0,0-2-36 16,4 3 75-16,-1-1 5 0,4-1-128 15,-1 5 55-15,8-1 16 0,-1 5 64 16,0 1 45-16,-3 4 61 16,3 3 51-16,-3 4-48 0,-7 1-42 15,1 0-19-15,-1 1 53 0,-6 3-91 16,3 0 22-16,-3 5-35 0,-3 5 3 15,-3 0-118-15,-4 1 67 16,-3-3-58-16,0 0-109 0,-3-1 183 16,3 0 16-16,-3-1 9 0,3-2 10 15,0 1 16-15,7-2-16 0,-4-1 36 16,7-2-4-16,3-1 102 16,0 2 39-16,0 0-24 0,3 2 13 15,7 3 21-15,6 1-38 0,0 1-101 16,3-2 51-16,-2-1-95 0,-1-2-86 15,0-2 84-15,0-1-117 0,0-1-365 16,0-1 104-16,0-2-152 0,1 0-1056 16</inkml:trace>
  <inkml:trace contextRef="#ctx0" brushRef="#br0" timeOffset="16260.59">25729 11531 1720 0,'0'0'403'0,"0"0"-95"0,0 0 53 16,0 0-245-16,0 0 2 0,0 0 90 16,0 0-13-16,16 43-34 0,-6-25-44 15,-4 3-22-15,4-2-95 0,-3-3-3 16,2 1-22-16,-2-3 25 16,2-1-266-16,1-1 88 0,0-3-126 15,0-3-586-15,-4 1-150 0,0-4-6 0</inkml:trace>
  <inkml:trace contextRef="#ctx0" brushRef="#br0" timeOffset="16554.27">25988 11706 1205 0,'0'0'589'0,"0"0"-219"0,0 0 25 16,0 0-260-16,0 0-6 0,0 0 51 15,19 34-46-15,-19-31-41 0,0-1-42 16,0-2 35-16,0 0-6 0,-3-1-10 15,-1-4 28-15,1-4-38 0,0-4-51 16,-3-2 70-16,-1-3-38 0,4-1-35 16,-4 1 47-16,4-5-53 0,3 2-132 15,0-1 128-15,10 2-52 0,6 3-87 16,0-2 142-16,4 7-1 16,-1 1 2-16,0 4 117 0,-3 4-41 15,-3 3-60-15,0 0 0 0,0 3-16 16,-3 3-152-16,-7 0 101 0,4 1-82 15,-7 3-353-15,0 3 51 16,0 1-148-16,-7-4-879 0</inkml:trace>
  <inkml:trace contextRef="#ctx0" brushRef="#br0" timeOffset="16696.67">26023 11634 763 0,'0'0'329'0,"0"0"-39"0,0 0 156 16,0 0-154-16,0 0-1 0,36-3 61 15,-20-1-252-15,3 1-100 0,1-1-84 16,-4 0-116-16,-3 1-123 0,3-2-460 16,-7 0 256-16,1 2-77 0</inkml:trace>
  <inkml:trace contextRef="#ctx0" brushRef="#br0" timeOffset="16870.47">26233 11568 163 0,'0'0'861'0,"0"0"-438"0,0 0 26 15,0 0 308-15,0 0-393 0,0 0-89 16,0 0-27-16,0 0-109 0,32 0-57 15,-32 13-41-15,0 8 69 16,0-3-44-16,0 1-63 0,0-2 83 16,0-1-86-16,4-2-85 0,-1-1 84 15,-3-3-95-15,3-4-264 16,-3 0 179-16,3-2-75 0,-3-2-588 16,0-1 35-16,3-1-290 0</inkml:trace>
  <inkml:trace contextRef="#ctx0" brushRef="#br0" timeOffset="17342.28">26198 11488 1181 0,'0'0'1122'0,"0"0"-818"0,0 0 178 16,0 0-271-16,38-25-84 16,-15 19-57-16,3 3-31 0,0 2-39 15,-4 1-150-15,4 0 67 0,0 0-95 16,-4 4-382-16,-2-1 94 0,2 2-28 15,-2-1-193-15,2 1 449 16,-5 1 219-16,-1-2 19 0,0 0 179 16,-6-2 20-16,-4 0 260 0,-3-1-205 15,0-1-50-15,-3 1 23 16,0 2-184-16,-6-1-8 0,-10 2 7 16,-3 4-42-16,-4-4-35 0,4 3-11 15,-1-1 46-15,-2 1 29 0,5 3 33 16,1-4 16-16,0 2 22 0,3 1 113 15,7-6-75-15,2 3-16 0,1-3-13 16,3 0-22-16,0 3-36 0,10-1-16 16,6 3 89-16,7-3-9 0,3 1 2 15,-4-1 22-15,-6 2-48 0,4 0-65 16,-7-1 65-16,0 3-91 16,-4-5 9-16,-2 3-9 0,-4-3 0 15,0 2 13-15,-3-2-10 0,0 5-3 16,-3-3 25-16,-4 5-19 15,-5-2-6-15,-1 1 25 0,-4 0-25 16,1-4 0-16,7-2-201 0,-1-3 148 16,7-1-83-16,-4-1-405 0,4-6-67 15,0 4-525-15</inkml:trace>
  <inkml:trace contextRef="#ctx0" brushRef="#br0" timeOffset="17896.13">26821 11479 903 0,'0'0'577'0,"0"0"-168"0,0 0 149 0,0 0-361 16,0 0-40-16,0 0 49 0,0 0-65 15,-32 23-10-15,32-5 50 0,0 1 0 16,0 0-33-16,0 2-22 16,0-3-3-16,3 1-123 0,0-1 29 15,4-4-65-15,-7-1 36 0,6-3-254 16,-6-4 143-16,3-2-47 0,-3-4-173 15,0 1 216-15,0-1 25 0,0 0 90 16,0-6 0-16,-3-4 0 0,-3-5 3 16,2 0-3-16,-2-6 0 0,3 3-32 15,-1 0 3-15,4 0-93 0,4 4-262 16,2 0 125-16,4 3 113 16,6 3 146-16,-3 1 45 0,6 1 121 15,1 4 151-15,-1 2-137 0,-3 0 23 16,3 5 114-16,1 4-100 15,-4 1-52-15,-3 2-17 0,0 2-3 16,-7 0-48-16,1 2-33 0,-4-2 70 16,-3 1-75-16,0-1-37 0,-6 0 43 15,-4-3-65-15,3 0 34 0,-6 1-15 16,1-5-19-16,2 3 15 0,0-2-49 16,0 1 34-16,4-6-295 15,3 0 162-15,0 0-119 0,-1-1-455 16,4-2 101-16,-3 0-371 0</inkml:trace>
  <inkml:trace contextRef="#ctx0" brushRef="#br0" timeOffset="18199.57">27066 11638 866 0,'0'0'476'0,"0"0"-8"0,0 0-283 0,0 0-42 15,33-42 6-15,-24 28-87 0,1 1 35 16,-4 0 122-16,4 3-74 15,0 1-13-15,-4 1 35 0,7 2-17 16,-3 4-1-16,0 1 45 0,-1 1-30 16,1 5-50-16,0 4-45 0,-1 3 95 15,-2 1-37-15,-1 2-108 0,1 0 87 16,-4 0-106-16,3 0 49 16,-2 2-27-16,-1-5-22 0,-3 2-31 15,3 0 9-15,-3-2 22 0,0-2-261 16,0-3 179-16,0-2-50 0,0 0-203 15,-3-2 158-15,0 2-126 0,-4-1-655 16,1-3 168-16,-4-1-340 0</inkml:trace>
  <inkml:trace contextRef="#ctx0" brushRef="#br0" timeOffset="18354.44">27118 11574 522 0,'0'0'1435'0,"32"-1"-1033"15,-12 2 89-15,-1 2-315 16,0 0-150-16,-2-1-26 0,-1 1-45 16,0 0-90-16,3-1-491 0,-3-1 48 15,-3 0-53-15</inkml:trace>
  <inkml:trace contextRef="#ctx0" brushRef="#br0" timeOffset="18494.34">27409 11584 1319 0,'0'0'680'0,"0"0"-220"0,0 0-19 0,0 0-268 0,0 0 0 0,0 0 8 16,0 0-63-16,13 40-52 0,-17-23-43 16,4 0 87-16,-3-2-97 0,0-4 21 15,3 2-30-15,0-5-4 0,0-2-146 16,0-2 61-16,0-1-131 16,0 1-444-16,0-1 97 0,0-2-227 15</inkml:trace>
  <inkml:trace contextRef="#ctx0" brushRef="#br0" timeOffset="18986.35">27351 11513 436 0,'0'0'1106'0,"0"0"-466"16,0 0-400-16,45-14-53 0,-29 14 35 15,-3 0-96-15,3 2-30 0,-3 6-32 16,3-3-64-16,-3 5-54 0,3 0-129 15,-3 2 151-15,3 1 19 0,-3 2-42 16,0 1 16-16,0-1-67 0,-7 0 9 16,4 1 97-16,-3-5 52 0,-1 0 38 15,-3-3 20-15,1-3 15 0,-4-1 0 16,3 1-42-16,-3-2-25 16,0 2-26-16,0 0 25 0,0-5-37 15,0 0-17-15,0-1 57 0,0-7-60 16,0-3-43-16,3-4 14 15,-3-5 10-15,6-1 19 0,-2-1 47 16,2 6-47-16,4-2-45 0,0 4 45 16,2 2 57-16,1 5 61 0,0 3 34 15,0 3-9-15,0 1 21 16,3 6 21-16,-3 4-57 0,-3 2-56 16,0 5 89-16,2-3-46 0,-5 6-60 15,3-4 78-15,-4 3-124 0,1-2 40 16,-4 1 9-16,3-2-58 0,-3 0-101 15,1-2 64-15,-1-1 25 0,0-3-241 16,-3-2 250-16,0-4-75 0,0-1-221 16,0-2 170-16,0 2-101 0,-3-3-422 15,-7-5 47-15,1-7-372 16,-4 2-510-16</inkml:trace>
  <inkml:trace contextRef="#ctx0" brushRef="#br0" timeOffset="19140.5">27619 11585 2010 0,'0'0'392'0,"0"0"-62"0,0 0 253 0,45 3-250 16,-19 1-52-16,6 1 45 0,-3 1-127 15,0-2-190-15,0 0 53 0,0-1-62 16,0 0 0-16,-3 0-230 0,-3 1 56 16,-1-4-144-16,-5 0-856 15,-8 0-326-15</inkml:trace>
  <inkml:trace contextRef="#ctx0" brushRef="#br0" timeOffset="23853.66">22751 11773 196 0,'0'0'159'0,"0"0"1"15,0 0-75-15,0 0 10 0,0 0 35 16,0 0-81-16,0 0 26 0,0 0 127 15,0 0-36-15,10-12 16 0,-10 12 124 16,3-4-157-16,0 3-16 0,-3-1 58 16,4 0-90-16,-4 1-11 15,0-1-9-15,3 0-36 0,-3 0-13 16,0 2 4-16,0-1-1 0,0 0-6 16,3-1 16-16,-3 2 7 0,0 0-7 15,0 0 13-15,0 0 22 16,0 0-3-16,0 0-3 0,0 0-20 15,0 2-29-15,-3 2 11 0,3 0 53 16,-3 2-19-16,3 2-19 0,-7 6 44 16,4 4-32-16,0 7-31 15,-1 3 62-15,-2 2-31 0,0 1-28 0,2 4 78 16,1 5-50-16,0 1-47 16,0 1 100-16,3 2-97 0,0 0 21 15,0-3 4-15,0-1-44 0,0-4 15 16,0-1-15-16,-4-4 0 0,4-4 25 15,0 1-25-15,0-6 0 0,0-5 16 16,4-3-16-16,-4-2 0 0,3-5 3 16,0-3-3-16,0 0 0 15,1-2-16-15,-1 0 16 0,0 1 0 16,3-3-55-16,1 0 55 0,-1-1 0 16,1-3-34-16,-1 1 34 0,1-2 0 15,2 3 25-15,-2-1-19 0,-1 1-6 16,1 0 0-16,3 2 0 0,6 0 0 15,0 3 16-15,3 1 15 16,1 2-31-16,2-2 34 0,-6 4-26 16,0-3-8-16,4 3-87 0,-4-5 50 15,3 0 15-15,-2 1-383 0,-1-3 105 16,0-1-330-16,-6 0-1621 16</inkml:trace>
  <inkml:trace contextRef="#ctx0" brushRef="#br0" timeOffset="24693.15">23413 12252 179 0,'0'0'278'0,"0"0"-132"15,0 0-38-15,0 0-79 0,0 0 4 16,0 0 29-16,0 0-23 0,0 0 6 16,0 0 56-16,0 0-32 0,-6-16 29 15,6 16 133-15,-3-2-75 16,-1 0 23-16,1 0 142 0,0-1-133 15,0 1-19-15,3-2 69 0,0-1-86 16,-3 2 2-16,3-3 29 0,0 1-17 16,0-1-23-16,0 1 3 0,0-4-4 15,3 0-38-15,3 0-38 16,4-2 69-16,3-3-53 0,0 5-51 0,0 3 100 16,0 1-48-16,3 2-83 15,-3 3 124-15,0 6-102 0,-1 0 15 16,1 7 34-16,-3 2-71 0,0 1 49 15,-1 3 0-15,-5 2-49 0,2-1 40 16,-6 1-12-16,0 3-28 0,-3-3 31 16,0 3-31-16,-7-1 0 15,0 1 3-15,1-3-3 0,-4 0 0 16,0 0-86-16,0-6 84 0,0-2 2 16,0-4-96-16,0-2 96 0,3-4 0 15,-2-2-55-15,5-1 52 16,-3 0 3-16,7-1-96 0,-3-3 94 15,2-2 2-15,-2 1-115 0,6-5 103 16,0-2 12-16,6-2-81 0,7-2 81 16,4 4 0-16,-1 1 16 0,3 5 46 15,0 1 19-15,4 2-69 0,0 3 130 16,2 0-80-16,-5 2-47 16,-1 5 74-16,-3-2-89 0,-3 4-9 15,0-4 9-15,-3 3 0 0,0-2-101 16,-4 3 82-16,1-1-40 0,-4 2-250 15,0 1 203-15,-3-4-36 0,0-4-239 16,3 0 169-16,-3 2-155 0,0-3-633 16,3 1-158-16</inkml:trace>
  <inkml:trace contextRef="#ctx0" brushRef="#br0" timeOffset="24872.72">23785 12443 1640 0,'0'0'390'0,"0"0"-11"0,0 0 172 0,0 0-231 16,0 0-43-16,0 0-15 0,0 0-124 15,0 0-138-15,0 0-38 0,0 0 37 16,9 12-150-16,-5-13-474 16,-1-1-145-16,0 1-660 0</inkml:trace>
  <inkml:trace contextRef="#ctx0" brushRef="#br0" timeOffset="28412.24">24450 12226 825 0,'0'0'446'0,"0"0"-140"0,0 0 211 16,0 0-313-16,0 0-49 0,0 0 58 16,0 0-81-16,0 0-22 15,0 0 60-15,0 0-43 0,26-2-28 16,-23 10-3-16,0 7 6 0,1 0-20 16,-4 7-57-16,0 1 55 0,0-1-80 15,-4 3 28-15,4 1-9 16,-3-3-19-16,0-4-32 0,0-1 31 0,3-4 1 15,0-3-66-15,0-1 66 16,3-4 0-16,0 0-67 0,0-4 66 16,4 1 1-16,3-1 0 0,-1-2 0 15,7 0 10-15,1-4 6 16,-4 0 41-16,-1-2-57 0,-2 3 28 16,0 1-41-16,-7 0 13 0,0 0-196 15,1 0 136-15,-1 1-65 0,0-1-227 16,0 0 63-16,-3 1-86 0,0-3-499 15,0 2 255-15,0-1-158 0</inkml:trace>
  <inkml:trace contextRef="#ctx0" brushRef="#br0" timeOffset="28593.11">24534 12386 623 0,'0'0'1246'0,"0"0"-980"16,0 0 206-16,0 0-237 15,39-13-81-15,-23 7-74 0,-3 3-38 16,-3-1-42-16,-1 0-144 0,-5 3 22 16,2-1-62-16,-3 1-148 15,0-2 92-15,1-2-247 0,-4 2-650 0</inkml:trace>
  <inkml:trace contextRef="#ctx0" brushRef="#br0" timeOffset="28770.86">24521 12227 46 0,'0'0'1869'15,"0"0"-1454"-15,0 0-231 0,0 0 0 16,42-6 19-16,-26 4-123 0,-3 1-80 16,3 1-48-16,-3 0-10 0,0 0-103 15,0 2-330-15,-3 1-90 0,0-2 41 16,-1 0-441-16</inkml:trace>
  <inkml:trace contextRef="#ctx0" brushRef="#br0" timeOffset="29110.88">24725 12240 484 0,'0'0'378'0,"0"0"-170"0,3 40 177 0,-3-19-148 16,3 3-35-16,-3 0 44 15,3 0-90-15,1 1-4 0,-1-4 45 16,3-1-120-16,-2-4-48 0,2-4-27 15,0-5-2-15,-2-3 0 0,-1-3 1 16,3 2-1-16,1-3 16 0,-1 0 29 16,4-5 29-16,-4-4-6 15,4-4-11-15,0-2 8 0,-4 1-24 16,1-1-34-16,-1 4 44 0,-3 0-51 16,1 5-10-16,-4 1 9 0,3 3 1 15,-3 1-29-15,3-1 29 0,-3 1 26 16,0 1-20-16,0 4 77 0,0 6 23 15,0 5 21-15,0 3-38 16,-3 0-58-16,3-1-9 0,0-3-44 16,0-1 22-16,0 0-184 0,0-5 15 15,3 0-96-15,0-5-516 0,1-1-205 16,-1-1-94-16</inkml:trace>
  <inkml:trace contextRef="#ctx0" brushRef="#br0" timeOffset="29460.2">25028 12261 339 0,'0'0'747'16,"0"0"-126"-16,0 0-254 0,0 0-36 16,0 0 75-16,0 0-223 0,0 0-45 15,0 0-45-15,0 0-52 0,0 0-41 16,-29 3-58-16,13 17 56 15,3-5-41-15,3 3-104 0,4-3 105 16,0-1-3-16,6 0-33 0,0-3 78 16,0-6 0-16,6 3-36 0,7-2 36 15,0 2 26-15,3-3 16 16,0 1 25-16,-3-1 20 0,-3 2 3 16,-1 1-20-16,-2-4-25 0,-1 2-42 15,-2-2 45-15,-4-1-39 0,3 5 7 16,-3-2 19-16,0 0-35 0,0 2 26 15,-3-3-20-15,-4 3-6 0,1-3-89 16,-1 0 76-16,1-2-51 0,3-1-193 16,-1-2 29-16,-2 0-160 15,6-4-537-15,0-2 225 0,0-5-21 0</inkml:trace>
  <inkml:trace contextRef="#ctx0" brushRef="#br0" timeOffset="29697.84">25190 12293 1639 0,'0'0'623'0,"0"0"13"0,0 0-402 15,0 0-33-15,0 0 15 0,0 0-42 16,6 49-29-16,-9-28-19 16,0-4 15-16,0 1-116 0,3-2 16 15,-4 0-19-15,4-1-22 0,0-1-137 16,4-2 118-16,-4-1-92 0,3-4-283 15,0-3 95-15,0-1-153 0,0-1-792 16,1-1 47-16</inkml:trace>
  <inkml:trace contextRef="#ctx0" brushRef="#br0" timeOffset="30146.08">25422 12266 455 0,'0'0'542'15,"0"0"-380"-15,0 0 8 0,0 0 54 16,0 0-139-16,0 0-30 0,0 0-22 15,0 0-14-15,0 0 27 0,0 0 123 16,-16 7-33-16,13-6-19 0,-3 1 48 16,2 2-49-16,4-3-9 15,-3 1-37-15,3-1-68 0,-3-1-2 16,3 1-39-16,0 1 38 0,0-2-1 16,0 2 2-16,0 0 38 0,6 0 36 15,-2 0 108-15,5-2-9 16,1 3-20-16,3 3 7 0,0-2-43 15,-4 0-82-15,-2 0-13 0,-1 1 16 16,-2 4-38-16,-1 4 25 0,0-1-2 16,-3 4 8-16,0-5-24 0,-3-3 62 15,-4 3-35-15,-2-2-30 0,2 1 68 16,-3-2-72-16,4-3-9 16,0-1 5-16,2 0 4 0,-5-1-166 15,2 1 93-15,4-1-111 0,-3-2-369 16,-1-1-31-16,7 0-454 0</inkml:trace>
  <inkml:trace contextRef="#ctx0" brushRef="#br0" timeOffset="31630.27">25648 12274 160 0,'0'0'639'16,"0"0"-27"-16,0 0-296 0,0 0-43 15,0 0 112-15,0 0-188 16,0 0-19-16,0 0 72 0,0 0-90 0,0 0-16 15,30 40 85-15,-30-24-30 16,0 6-16-16,0-1-7 0,0-3 14 16,0 2-97-16,-4 1-80 0,1-5 61 15,3 1-74-15,0-6-118 0,-3-1 115 16,3-6-96-16,0-1-221 16,0 0 147-16,3-1-144 0,-3-2-706 15,0-1-144-15,0-8 49 0</inkml:trace>
  <inkml:trace contextRef="#ctx0" brushRef="#br0" timeOffset="31996.07">25623 12229 1507 0,'0'0'374'15,"0"0"31"-15,38 9-175 16,-21-6-59-16,-1 2 9 0,3 0-68 0,-3 3-44 15,4 1-56-15,-4 3 1 16,-3-1-13-16,0 2-31 0,-4-1 31 16,-2 1 3-16,2 0 10 0,-9 1 67 15,4 2-3-15,-4-2 0 0,0-2 28 16,0 1-48-16,0-3-41 16,-4-1 44-16,4-4-60 0,0 1 19 15,0-2-19-15,0 3 0 0,0-1-25 16,0 0 25-16,7-2 0 0,-1-1 0 15,7-1 32-15,3-2-32 0,4 0 28 16,-4-6-9-16,0 2-19 0,-3-2-70 16,0 1 35-16,-7 0-108 15,1 1-340-15,-4 2 41 0,0-2-92 16,-3 1-752-16</inkml:trace>
  <inkml:trace contextRef="#ctx0" brushRef="#br0" timeOffset="32164.91">25839 12349 1382 0,'0'0'695'0,"0"0"-429"0,0 0-4 16,36-12-191-16,-27 8-71 0,-6 0-7 16,4 2-15-16,-4-3-59 0,4 1-258 15,-4-2-2-15,0 1-150 0,0-1-395 16,1 0 410-16</inkml:trace>
  <inkml:trace contextRef="#ctx0" brushRef="#br0" timeOffset="32507.11">25936 12266 251 0,'0'0'519'0,"0"0"165"16,0 0-346-16,0 0-72 15,0 0 103-15,0 0-201 0,32 17-49 16,-25-5 20-16,-4 3-49 0,0 0-26 16,0-1-19-16,1-5 19 0,-4-3-19 15,3 0-39-15,-3-1 36 0,0 2-42 16,0-2 3-16,0 3 6 0,0-4-9 15,0 2 0-15,0-3 0 16,0-3 0-16,0 0-24 0,3-4 21 16,-3-5-13-16,3-4-62 0,4-4 78 15,2 3 1-15,-2 2 18 16,3 1 80-16,-1 2-28 0,1 1-30 16,-4 2 58-16,1 5 2 0,-1 1 16 15,-2 0 29-15,-1 1-46 0,0 2-56 16,0 5 66-16,-3 2-43 0,0 3-64 15,0 1 109-15,0 2-112 0,0-3 37 16,0-3-37-16,0 3 0 16,0-2-53-16,7-1 52 0,-7-4 1 15,3 2-96-15,3-4 74 0,-2 2 6 16,-1-3-220-16,7 2 132 0,-4 1-79 16,-3-5-340-16,4 0 111 0,-1-1-112 15,-3-1-852-15,4-8 655 0</inkml:trace>
  <inkml:trace contextRef="#ctx0" brushRef="#br0" timeOffset="32745.23">26227 12277 806 0,'0'0'1026'0,"0"0"-417"16,0 0-370-16,0 0-1 0,0 0 38 15,0 0-114-15,-7 48-47 0,4-32-42 16,3-3 19-16,0 2-32 0,3-2-13 15,0-1 67-15,1-1-80 0,2 0-2 16,4-3 2-16,-1 0-34 16,1-1-16-16,-3-3 14 0,-1-2 2 15,0 0-166-15,1-1 165 0,-1 1-81 16,1-1-334-16,-1-1 67 0,-2 0-167 16,2-1-513-16,-6-3 266 0</inkml:trace>
  <inkml:trace contextRef="#ctx0" brushRef="#br0" timeOffset="32889.25">26301 12326 700 0,'0'0'824'0,"0"0"-223"16,0 0-517-16,0 0-51 0,0 0-33 15,0 0-81-15,0 0-205 0,0 0-964 16</inkml:trace>
  <inkml:trace contextRef="#ctx0" brushRef="#br0" timeOffset="33349.82">26259 12264 88 0,'0'0'760'0,"0"0"-447"16,0 0 19-16,0 0-140 0,42-2-7 15,-29 4 45-15,0 2-113 0,3-1-23 16,-6 0 16-16,-1 1-42 15,-2 1 32-15,-4-3 93 0,0 5-64 16,0 0-33-16,-3 5 13 0,0 2-20 16,0-5-25-16,-3-2-16 0,3-4 35 15,-3 2-42-15,0-2-31 16,-1 0 28-16,1 1-38 0,3-3-16 16,-3-1 0-16,3 0 16 0,0-6-207 15,0 1 118-15,0-3-36 0,3 0-110 16,0 0 197-16,7-3-1 0,3 2 10 15,0 0 29-15,-3 5 32 0,-4 3 42 16,1 1 84-16,-1 1 12 0,4 4 15 16,3 6 0-16,-4 3-40 15,1 3-37-15,0-3 5 0,-1-1-113 16,-2-3-6-16,-1-2-7 0,-2-5-6 16,2 0-60-16,1 1 79 0,-1-4 0 15,0 0 16-15,1 0 16 0,-4-5-32 16,0-1-139-16,1-4 136 0,-1-4-45 15,0 0-88-15,-3-1 133 16,0 3-80-16,0 1-291 0,0-3-80 16,0 2-203-16,0 4-724 0</inkml:trace>
  <inkml:trace contextRef="#ctx0" brushRef="#br0" timeOffset="33479.62">26582 12284 104 0,'0'0'1348'0,"0"0"-1022"0,0 41-112 0,0-29 45 0,0-3-168 0,0 0-91 0,0 2-6 0,-3-2-153 0,3-4-68 16,-4-1-251-16,4-2 198 0,0-1 88 15,0 0-238-15,-3-1 64 0,3-1 162 16</inkml:trace>
  <inkml:trace contextRef="#ctx0" brushRef="#br0" timeOffset="33668.24">26575 12361 93 0,'0'0'568'0,"7"-32"-324"0,-4 13-100 15,0 6-83-15,4 5-60 0,-4 3 25 16,3 1 107-16,-2-1 59 15,2 3 65-15,4-3 292 0,0 3-123 16,-1 2-98-16,-2 3 147 0,2 6-209 16,1 2-118-16,0 5-73 0,-7 0 83 15,0 2-37-15,-3-3-27 16,0 3 63-16,0-1-89 0,-3 2-49 16,-3-3 55-16,-1 2-74 0,-3-4-111 15,1-1 83-15,-4 3 16 0,0-5-214 16,0-3 185-16,0-1-93 0,3-3-329 15,1-2 114-15,5-2-347 0,-2-2-1921 0</inkml:trace>
  <inkml:trace contextRef="#ctx0" brushRef="#br0" timeOffset="34219.58">26818 12298 264 0,'0'0'2040'0,"0"0"-1642"15,0 0-125-15,0 0 12 0,0 0-97 16,0 0-46-16,0 0-2 0,0 0 20 16,0 0-41-16,3 45-33 0,-3-25 76 15,0-1-63-15,3-3-80 16,0-2 108-16,1 2-127 0,-1-5 59 16,0-3-44-16,7 0-15 0,-1 0 16 15,1-5-16-15,3 0 0 0,0-1 21 16,0-2-21-16,0 0 0 0,-4-2-184 15,1 0 182-15,0-1-82 0,-4-1-241 16,-2 1 161-16,-1 1-113 0,0-3-474 16,-3-1 238-16,3 1-91 15,-3-1-552-15</inkml:trace>
  <inkml:trace contextRef="#ctx0" brushRef="#br0" timeOffset="34374.46">26850 12348 1343 0,'0'0'689'0,"0"0"-87"0,0 0-300 16,0 0-39-16,0 0 61 0,42-4-134 16,-26 3-71-16,-6-1-106 0,-1 1 0 15,-2-1-13-15,-1-1-237 16,-2 1 104-16,-1-2-84 0,3 1-515 16,-6-3 19-16,4 3-320 0</inkml:trace>
  <inkml:trace contextRef="#ctx0" brushRef="#br0" timeOffset="34529.98">26863 12216 108 0,'0'0'1605'16,"0"0"-1151"-16,0 0-33 15,0 0 29-15,0 0-213 0,0 0-75 16,35-23-98-16,-18 21-36 0,2 0-28 16,4 0-203-16,-1 0 37 0,1 2-139 15,3-2-1016-15,-4 2-45 16</inkml:trace>
  <inkml:trace contextRef="#ctx0" brushRef="#br0" timeOffset="35178.22">27464 12244 965 0,'0'0'892'0,"0"0"-600"16,0 0-7-16,0 0 111 16,0 0-148-16,0 0-18 0,0 0 24 15,-33 19-64-15,30-2-39 0,-3 0 25 16,6 4 8-16,-4-2-103 0,4-4-53 15,0-2 25-15,0-1-53 0,4-3-72 16,-1-4 48-16,-3 0 24 0,3-3-181 16,0-2 178-16,-3 0-95 15,7 0-210-15,-4-4 254 0,0-8-15 16,4-3-115-16,-1-3 155 0,-3-2-35 16,4 3-44-16,-7 0 106 15,6-2 2-15,-2 3-109 0,2 0 39 0,0 2-36 16,1 5-55-16,3 2 161 0,-4 0 39 15,7 6 60-15,-3 0 33 16,-4 1-10-16,1 5 56 0,2 3 3 16,1 5-16-16,0 4 24 0,-1-2-19 15,-5 3-60-15,2-2-82 16,-3 4 96-16,-3-2-93 0,0-1 3 16,-3 2 10-16,-3-4-44 0,-1-1-22 15,-3-2-3-15,4 0 25 0,-7-3-211 16,3-2 173-16,4-4-72 0,-1-3-290 15,4 0 108-15,0 0-156 0,3-8-922 16,-3 3 28-16</inkml:trace>
  <inkml:trace contextRef="#ctx0" brushRef="#br0" timeOffset="35527.12">27664 12344 995 0,'0'0'720'0,"0"0"-62"0,0 0-415 0,0 0-73 0,0 0 42 0,0 0-67 15,0 0-34-15,0 0-37 0,32 31 18 16,-29-31-35-16,-3 0-22 0,0-3 54 16,0-3-89-16,4 0 16 0,-4-2-16 15,3-3 0-15,0-4 19 16,-3 1 3-16,3 1-22 0,1 5-3 16,-1-2 2-16,0 3 1 0,0 1-57 15,4-1 57-15,-1 4 3 0,-3 2 13 16,4 1 101-16,-1 1-35 0,1 7 6 15,2 7 135-15,1 0-67 0,-3 4-125 16,-1-2 81-16,-3-1-112 16,1 0 6-16,-1-3-19 0,0-1 13 15,0 2-208-15,0-5 190 0,-3-1-73 16,4 0-233-16,-4-4 210 0,0-3-70 16,0 1-262-16,-7 2 173 15,4-4-76-15,0 0-504 0,-7 0 423 0,0-7 85 16,-3-3-83-16,4 4 109 15</inkml:trace>
  <inkml:trace contextRef="#ctx0" brushRef="#br0" timeOffset="35791.73">27703 12341 241 0,'0'0'1376'0,"0"0"-901"0,0 0 252 16,0 0-371-16,32-14-101 0,-13 13-49 16,1-2-74-16,-1 0-128 0,4 1-3 15,-4 0-2-15,0 0-24 0,1-3-155 16,-1 3 88-16,-3-1-51 0,1-3-122 15,-5 3 197-15,1 3 14 0,0 0 54 16,-10 0 16-16,4 0 83 0,-4 2 138 16,4 2-27-16,-7 2-17 15,3 3 68-15,-3 4-22 0,0 1-99 16,-3 4-103-16,-1-2 62 0,-2 1-99 16,3-5 25-16,-1-2-43 0,1-4 18 15,3 1-224-15,0-3 159 0,0 0-114 16,-3 1-364-16,3-4 192 15,0 0-237-15,0-1-720 0,0-1 155 16</inkml:trace>
  <inkml:trace contextRef="#ctx0" brushRef="#br0" timeOffset="35945.82">27951 12193 1718 0,'0'0'620'0,"0"0"-49"15,49-2-360-15,-33 4-150 0,3 6-61 16,4-3-102-16,-4 3-126 16,7-2-554-16,-10 0-212 0,4-2-81 0</inkml:trace>
  <inkml:trace contextRef="#ctx0" brushRef="#br0" timeOffset="36340.23">28271 12390 178 0,'0'0'779'0,"0"0"-153"0,0 0 201 16,0 0-401-16,-35 10-67 0,28-10 35 16,4 0-138-16,0-2-71 0,-1-1-52 15,4-4 10-15,0 1-143 0,4-7 22 16,-1-3-24-16,7 1 2 0,-4-4-115 15,4 4 94-15,-1-4 21 0,1 5-158 16,3 1 143-16,3 2 15 0,-3 1-19 16,0 3 19-16,3 4 37 15,-3 1 5-15,0 2 108 0,0 0-54 16,0 3-77-16,-3 5 105 0,-1-1-105 16,1 3 27-16,-4 3 0 0,-2 2-46 15,-1-1 31-15,0 5-31 0,-3-4 0 16,0 1-71-16,0-1 34 15,-3 0 22-15,0-4-259 0,3 1 203 16,-4-3-59-16,1-5-260 0,0 1 177 16,0-2-115-16,-1-1-595 0,1-1-139 15</inkml:trace>
  <inkml:trace contextRef="#ctx0" brushRef="#br0" timeOffset="36495.23">28300 12284 986 0,'0'0'1282'0,"0"0"-975"0,32 0 41 16,-19 0-175-16,4 0-36 15,-1 0-102-15,0 0-35 0,0 0-118 0,0 0-470 16,4 0-63-16,-4 0-169 16</inkml:trace>
  <inkml:trace contextRef="#ctx0" brushRef="#br0" timeOffset="36853.37">28688 12244 263 0,'0'0'1168'0,"0"0"-612"16,-36-14-401-16,27 11 17 0,-4-1 119 15,3-1-117-15,0 3-29 0,-3 2 37 16,7 0-67-16,-4 0-12 0,4 0 5 15,-1 1 41-15,1 3 3 0,3 2-1 16,-7 1-13-16,3 5-100 16,4 1-3-16,0 1 5 0,3-2-40 15,3 1 0-15,4-2 0 0,2-1 0 16,1 1-10-16,3-1 10 0,0-2 0 16,0-2-59-16,-4 5 59 0,1-4 0 15,-3-1 2-15,-1 0 4 16,-6-2-6-16,3 4-35 0,-3-3 35 15,0 3 0-15,-3-1-110 16,-3-2 88-16,-1 2-85 0,-3-3-267 0,4-2 97 16,-4-1-121-16,4-1-602 0,3 0 277 15</inkml:trace>
  <inkml:trace contextRef="#ctx0" brushRef="#br0" timeOffset="37080.35">28765 12228 2327 0,'0'0'581'0,"0"0"-309"0,0 0-49 16,0 0-10-16,10 38-36 15,-10-20-64-15,0 3-7 0,-3-3-106 16,3 0 42-16,-4 0-39 0,4-2-3 16,0-1 3-16,7 1-3 0,-1-4 0 15,-2 0-35-15,9-3 35 16,-4-3 0-16,7 0-127 0,-3-1 125 15,3-4-44-15,1-1-175 0,-1 0 145 16,-7-3-66-16,4-1-441 0,-6-1-79 16,-4 3-351-16</inkml:trace>
  <inkml:trace contextRef="#ctx0" brushRef="#br0" timeOffset="37250.43">28852 12350 871 0,'0'0'1592'16,"0"0"-993"-16,0 0-459 0,39 3-44 15,-32-3-74-15,2 0-22 0,-5-1-6 16,-4-1-404-16,3-2-245 0,0 2-426 16</inkml:trace>
  <inkml:trace contextRef="#ctx0" brushRef="#br0" timeOffset="37546.11">28856 12207 447 0,'0'0'1334'0,"32"0"-844"0,-13 1-51 16,4-1-207-16,-4-1-46 0,1 0 47 15,2-1-74-15,-2 0-55 0,-1-2-69 16,-6 2 6-16,0 1-41 0,-3 1-67 15,-4 0 67-15,-3 0 0 0,1 0 6 16,-4 2-6-16,3 3 47 16,0 1 61-16,-3 5 166 0,-3 2-62 15,0 5-85-15,-1-4 34 0,1 3-99 16,-3-3-28-16,2-1-1 0,1-2-33 16,0-1-243-16,3-4 159 0,0 0-68 15,0-4-424-15,0 1 217 0,3 1-167 16,4-3-646-16,-4 0 371 15,3-3 21-15</inkml:trace>
  <inkml:trace contextRef="#ctx0" brushRef="#br0" timeOffset="37760.71">29143 12282 334 0,'0'0'639'0,"0"0"-564"15,26-45-46-15,-16 36 212 16,-7 4 62-16,0 0 25 0,4 5 109 16,-4 0-169-16,-3 0 9 0,3 6 301 15,0 4-243-15,-3 6-71 0,0 2-46 16,4 2-7-16,-4 0-100 0,3-3-71 15,0 0 108-15,3-2-99 0,1 1-12 16,-1-3 36-16,4-1-73 0,-3-1-187 16,-1-2 150-16,0-5-67 15,-2 2-199-15,-1-5 216 0,3 0-116 16,-2-1-340-16,-1 0 206 0,0-2-100 16,-3-6-452-16,-3 1 212 0,-4-3-446 15</inkml:trace>
  <inkml:trace contextRef="#ctx0" brushRef="#br0" timeOffset="37943.83">29004 12157 1987 0,'0'0'972'0,"0"0"-697"0,0 0 28 16,0 0-10-16,49-8-31 0,-27 8-66 15,4 0-69-15,0 0-127 0,3 0-80 16,3 0 61-16,7 0-24 0,-3 0-318 15,6 0 68-15,0 0-252 0,0 0-1022 16,-10 0 392-16</inkml:trace>
  <inkml:trace contextRef="#ctx0" brushRef="#br0" timeOffset="38650.11">29964 12172 1305 0,'0'0'605'0,"0"0"-223"15,42 10 267-15,-26-6-243 16,-3 4-63-16,3 2 57 0,-3 3-108 16,-4 5-81-16,4 2-64 0,-3 5 50 15,-4-1-109-15,1 0-78 16,-1-2 124-16,-2-1-134 0,2-5 64 16,-3 3-67-16,1-7 3 0,-1 0-263 15,0-6 262-15,0-1-57 0,-3-3-209 16,0-1 264-16,0-1-108 0,0 0-256 15,0-1 302-15,0-10-39 0,-3-4-129 16,-3-4 220-16,-1-3 7 0,1 0-95 16,-4-2 98-16,0 1-42 15,1-3-282-15,5-2 164 0,1 5-42 16,6 0 205-16,1 6 3 0,8-1 116 16,-2 5 34-16,3 4 7 0,3 1 24 15,-3 4 113-15,3 2 18 16,0 2-85-16,-3 0-75 0,-3 0 18 15,-4 1-68-15,-2 1-105 0,-1 1 116 16,0 1-116-16,-3 1 55 0,0 1-21 16,-3 1-34-16,-7 1 15 0,-3 2-36 15,-3-1 21-15,0-4-239 0,0 1 220 16,3-4-79-16,7-2-336 16,-1 0 180-16,7 0-172 0,0 0-645 15,0 0-119-15,3 1-39 0</inkml:trace>
  <inkml:trace contextRef="#ctx0" brushRef="#br0" timeOffset="38980.38">30364 12353 1099 0,'0'0'556'0,"0"0"-208"0,0 0 60 0,0 0-140 0,0 0-55 16,0 0-63-16,0 0-92 0,0 0-10 15,0 0 22-15,7 11 45 16,-7-20 3-16,0-2-32 0,0-4 5 15,0-5-27-15,0-1-52 0,0-4-9 16,3 2-3-16,3-1-136 0,4 3 136 16,3 6 0-16,0 2 16 0,0 4 86 15,3 4-33-15,-3 4 16 0,3 3 136 16,-3 4-19-16,0 6-43 16,-4 3 54-16,1 3-75 0,-3 3-73 15,-4 0 106-15,3-2-162 0,-3 3 59 16,1-1-32-16,-1-1-36 0,-3 0-153 15,0-4 153-15,3-1-116 0,-3-4-312 16,0-1 220-16,0-4-144 16,0-3-352-16,-3-1 254 0,0 0-212 0,-1 1-1229 15</inkml:trace>
  <inkml:trace contextRef="#ctx0" brushRef="#br0" timeOffset="39130.14">30335 12204 630 0,'0'0'1848'16,"0"0"-1545"-16,0 0 267 0,55-4-170 16,-36 5-115-16,7 0-9 0,-3 1-75 15,-1-2-201-15,1 0 10 0,0 0-47 16,-7 0 9-16,-3-3-371 16,0-2 176-16,-4 0-141 0,-2-3-549 15,-4-3 219-15,-3 6-73 0</inkml:trace>
  <inkml:trace contextRef="#ctx0" brushRef="#br0" timeOffset="39353.19">30429 11994 813 0,'0'0'1816'0,"0"0"-1357"0,0 0-82 16,0 0-4-16,0 0-124 0,0 0-56 15,22-32-78-15,-15 24 12 0,-1-1-127 16,1 1 46-16,-1 0-40 15,-3-1-6-15,1 3-92 0,-1 1 73 16,0 3-43-16,0-1-316 0,4 3 199 16,-1 0-96-16,1 3-408 0,9 2 93 15,0 2-403-15</inkml:trace>
  <inkml:trace contextRef="#ctx0" brushRef="#br0" timeOffset="40165.5">31033 12130 813 0,'0'0'726'0,"0"0"-37"0,-23 45-334 0,13-27-1 0,4 2 183 16,-4-2-246-16,7 1-96 15,-3-3-107-15,2 0-31 0,4-6-57 16,-3-4-211-16,3 1 123 0,0-4-60 16,0 0-237-16,0 1 190 0,0-2-37 15,3-2-142-15,-3-3 316 0,4-6 19 16,-4-5 23-16,3-3 16 15,-3-2 62-15,6 2 6 0,-6 0-10 16,3 0-7-16,1 4-18 0,2 3-33 16,-3 1 1-16,1 7 72 0,2 0 52 15,0 2-3-15,4 2 151 0,3 10 16 16,3-1-45-16,0 6 32 16,1-1-65-16,-5-4-69 0,1 0-89 15,0-2 86-15,3-2-46 0,-3-1-84 16,0 0 117-16,0-5-126 0,-6-1 6 15,-1-1-6-15,-3 0 0 0,1 0 34 16,-1-3-6-16,0-5-28 0,0-5-155 16,-3 0 153-16,0-3-58 15,0 2-218-15,0 1 204 0,0 1-119 16,0 1-372-16,-3 0 193 0,3 6-181 16,0 0-179-16,0 5 648 0,0-1 84 15,0 1 279-15,3 2-4 16,-3 4-19-16,0 8 159 0,0 0-182 0,0 7-93 15,0 0-67-15,0-1 10 16,4-3-83-16,-4 0-3 0,3-1 1 16,0-1 2-16,3-1-38 0,1-2 38 15,3-1 0-15,3-4 3 16,-1 1 44-16,1-3 17 0,3-2-39 16,-3-2 48-16,0 0-73 0,0-1-200 15,-3-3 22-15,-7-2-138 0,4 3-724 16,-4 0 16-16</inkml:trace>
  <inkml:trace contextRef="#ctx0" brushRef="#br0" timeOffset="40349.23">31204 12224 688 0,'0'0'1583'0,"0"0"-877"0,0 0-364 16,0 0-78-16,35 3-62 0,-22-5-114 15,-6 0-88-15,-1-1-167 0,1 0 60 16,-7 1-112-16,3-5-380 0,0 3 176 16,-3-3-138-16,0 3-728 15</inkml:trace>
  <inkml:trace contextRef="#ctx0" brushRef="#br0" timeOffset="40565.08">31252 12136 704 0,'0'0'603'0,"36"0"60"16,-14 0-319-16,1 0-92 0,3 0-7 15,-4 2-55-15,4 1-37 0,-6 2-76 16,-1-1-39-16,0 0-25 16,-6 1-3-16,-6 3 47 0,-1 2 23 15,-2 4 47-15,-4 0 84 0,0 5-9 16,-4-2-39-16,-2 2-1 0,-1-1-50 16,1-1-100-16,3-1 118 0,-4-1-130 15,4-3-3-15,3-6-40 0,0 0 31 16,0-3-389-16,0-1 111 15,0 2-179-15,0-4-748 0,6-4 499 16,-2 1 106-16</inkml:trace>
  <inkml:trace contextRef="#ctx0" brushRef="#br0" timeOffset="40744.2">31517 12250 325 0,'0'0'470'16,"10"-37"-350"-16,-4 21-25 0,1 8 208 16,-4 1-27-16,3 0 36 0,-2 7 446 15,-1 0-331-15,0 0-57 0,4 9 126 16,-1 5-105-16,0 6-113 0,1 3-121 15,-4-2 30-15,0 1-144 0,1 0 15 16,-1-3-15-16,0 0-43 0,0-2-199 16,-3-2 156-16,4 0-132 15,-1-3-367-15,-3-5 206 0,0-1-86 16,0-5-573-16,0 0 285 0,-7-1-111 16</inkml:trace>
  <inkml:trace contextRef="#ctx0" brushRef="#br0" timeOffset="40960.13">31294 12145 2130 0,'0'0'1110'0,"0"0"-748"0,52 7 180 16,-29-3-210-16,2-1-110 0,1-2-102 15,7 0 30-15,-1-1-150 0,-3 0 3 16,3-1-3-16,0-2 0 0,-2 0-150 15,-5 1 110-15,1 0-138 0,-6 1-442 16,-4-2 150-16,-3-1-506 16,-7 1-1441-16</inkml:trace>
  <inkml:trace contextRef="#ctx0" brushRef="#br0" timeOffset="41727.16">32166 12033 620 0,'0'0'1200'0,"0"0"-707"0,0 0-328 16,0 0 38-16,0 0 160 0,0 0-116 15,23-34-69-15,-20 32-45 16,-3-1-41-16,0 3-54 0,0 0-29 16,-3 6 73-16,-4 2-13 0,-2 6-53 15,-4 3 94-15,0 5-34 0,0 6-17 16,7-2 106-16,-1 9-38 0,7 2-9 15,0 2 54-15,0-5-172 0,7-3 74 16,-1-3-89-16,7-4 15 16,0-2-259-16,3-5 176 0,3-1-104 15,1-6-349-15,-4-2 190 0,3-6-95 16,-3-2-795-16,-3-1 31 0</inkml:trace>
  <inkml:trace contextRef="#ctx0" brushRef="#br0" timeOffset="42254.76">32344 12073 665 0,'0'0'1911'0,"0"0"-1641"0,0 0-141 16,0 0 177-16,0 0 43 0,6 46-52 16,-2-25-12-16,-1 1-67 0,3 1-85 15,-2-5-87-15,2 0 80 0,4-3-126 16,-1-2 43-16,1-2-43 15,0-3 0-15,6-2 28 0,-3-3 24 16,6-3-33-16,1-3 14 0,-1-3 87 16,-3-2-120-16,0-1-97 0,-3 0 96 15,-3 3-96-15,-4-3-248 16,1 0 242-16,-4 4-105 0,-3-3-295 16,0 5 329-16,0-1-107 0,-3 1-455 15,-4 1 299-15,1 2 204 0,-4 0 171 16,4 1 62-16,-1 6 243 0,-2-1 305 15,-1 8-265-15,3 1-55 0,1 2 37 16,3 1-93-16,3-5-58 0,0-4-44 16,3-4 31-16,0 2-101 15,4-1-44-15,2 2-10 0,8 2-133 16,-1-6-558-16,-3-4-35 0,-7 0-420 16</inkml:trace>
  <inkml:trace contextRef="#ctx0" brushRef="#br0" timeOffset="42459.69">32673 12149 1284 0,'0'0'1175'0,"0"0"-721"16,0 0-239-16,0 0 53 0,0 0 156 15,10 46-181-15,-7-27-112 0,4-3-125 16,-1 1 94-16,-3-3-100 0,4 0 46 15,-4-2-58-15,4 4 12 0,-4-8-190 16,0 1 61-16,-3-2-139 16,0-4-605-16,0 4 69 0,0-4-491 15</inkml:trace>
  <inkml:trace contextRef="#ctx0" brushRef="#br0" timeOffset="42638">32619 12328 1898 0,'0'0'670'0,"0"0"-608"16,0 0 15-16,0 0 132 0,32-1-20 15,-19 1-67-15,3 0 12 16,0-1 50-16,-3 0-4 0,-3-1-107 16,-4 0-73-16,-3 0-73 0,1-1-279 15,-1-1 116-15,3-1-229 0,-6 2-1005 16</inkml:trace>
  <inkml:trace contextRef="#ctx0" brushRef="#br0" timeOffset="42882.53">32573 12084 834 0,'0'0'1476'0,"0"0"-1069"16,0 0-153-16,0 0-30 15,0 0 91-15,0 0 114 0,0 0-196 16,0 0-96-16,39 19-47 0,-23-18 80 16,0 0-142-16,-6-1 30 0,3 0-92 15,-10-1 34-15,4-1-349 16,-4-1 215-16,3-2-83 0,1 2-327 16,-4-4 211-16,3 2-133 0,1-3-637 15,-4 4 334-15,0-6 63 0</inkml:trace>
  <inkml:trace contextRef="#ctx0" brushRef="#br0" timeOffset="43119.65">32761 11966 928 0,'0'0'554'0,"0"0"-112"16,0 0 238-16,42 20-281 0,-29-8 0 15,-1 2 107-15,1 6-236 0,-3-1-102 16,3 7-31-16,-7 1 63 0,1 5-123 15,-4 2-59-15,-3 0 81 16,0 0-99-16,-3-1 42 0,-4-5 19 16,-2 2-61-16,-1-6-246 0,-3 2 222 15,0-2-93-15,0-1-308 16,-3-4 151-16,3 0-146 0,0-5-661 16,0-4-64-16</inkml:trace>
  <inkml:trace contextRef="#ctx0" brushRef="#br0" timeOffset="44789.89">22806 12385 39 0,'0'0'1017'16,"0"0"-619"-16,0 0-54 0,0 0 49 15,0 0-228-15,0 0 0 16,0 0 93-16,0 0-85 0,0 0 4 0,0 0 14 16,0 0-54-16,0 0-26 15,0 0 6-15,0 0 13 0,0 0-130 16,0 0 44-16,0 0-46 0,0 1 2 16,0 0-76-16,0 7 76 0,-3 4 72 15,3 5-43-15,0 5 74 0,-3 6-96 16,-4 1 30-1,4 3 5-15,0 7-1 0,0 3-41 0,-1 3 131 16,1 2-32-16,0-2-62 0,3-1 59 16,-3-2-96-16,-1-5-43 15,4 0 12-15,-3-4 31 0,3-3-227 16,0-6 193-16,0-1-48 0,0-3-145 16,3-5 193-16,1-3-29 0,-1-4-111 15,0-4 145-15,4-1-28 0,-4-2 3 16,0-1 54-16,3 0 16 0,1-3 9 15,3-1-12-15,-1-4 13 0,4 2 12 16,3-3 114-16,-3 5 11 0,3-1-12 16,1 3 6-16,2 2-47 15,0 0-39-15,-3 1 96 0,4 2-123 16,-1 2 8-16,-3 0-40 0,1 2-12 16,-5-2-238-16,1 3 136 0,-3-2-124 15,-3-1-574-15,-1-3-278 16,-3 0-638-16</inkml:trace>
  <inkml:trace contextRef="#ctx0" brushRef="#br0" timeOffset="45576.28">23381 12833 1035 0,'0'0'465'0,"0"0"195"0,0 0-363 0,0 0-55 0,0 0 73 16,0 0-138-16,0 0-34 15,0 0 19-15,32-31-13 0,-19 22-29 16,7-1-6-16,-1 1 55 0,0 0-27 16,4 4 7-16,-4-2 40 0,1 4-66 15,2 3-77-15,-5 0 99 16,-1 1-96-16,-3 5-22 0,0-1 65 15,-7 1-92-15,-3-2 25 0,0 3-25 16,-3 0 0-16,0 7-3 0,-3 0 3 16,-10 1 0-16,0-2-120 15,-3 2 87-15,0-4 27 0,0 3-163 16,-3-2 141-16,6-2 28 0,0-4-151 16,3 2 123-16,4-5 28 0,6-1-133 15,-4 2 131-15,4-3 2 0,0-1-31 16,7 0 31-16,6-1 40 0,9 0-31 15,1 1 103-15,3 0-32 0,0 4-77 16,-7 1 117-16,0 5-74 16,-2 1-21-16,-5 0 70 0,1 5-95 15,-6-2 55-15,-1 0 0 0,-2 0-55 16,-4 1 34-16,-4-2-34 0,-2 0 0 16,-4-2 25-16,0 0-25 0,-6 0 0 15,3-5-3-15,-3 3 1 16,0-3 2-16,-3-2-149 0,3 1 118 15,-1-3 0-15,4-2-289 0,4 0 214 16,2-4-145-16,1-2-526 0,3-4 213 16,3-1-202-16,3 0-744 15</inkml:trace>
  <inkml:trace contextRef="#ctx0" brushRef="#br0" timeOffset="45779.13">23824 13100 1695 0,'0'0'685'0,"0"0"209"16,0 0-466-16,0 0-62 15,0 0 29-15,0 0-136 0,0 0-139 16,0 0-93-16,0 0 23 0,0 0-50 16,0 15-242-16,-4-17 171 0,4-3-118 15,0-1-553-15,0 2 137 16,4-2-590-16</inkml:trace>
  <inkml:trace contextRef="#ctx0" brushRef="#br0" timeOffset="47556.46">24470 12837 447 0,'0'0'1140'0,"0"0"-906"16,0 0 3-16,0 0 48 15,0 0-114-15,0 0 36 0,0 0 134 16,19 46-134-16,-3-24-12 0,0 4 33 16,0 3-64-16,1-3-67 0,-5 0 14 15,1 2 23-15,-3-5-134 0,3-3-16 16,-3-1-15-16,-1-7 28 0,-2-2-170 15,-1-3 171-15,-3-4 2 0,1-1 0 16,2 0 3-16,-3-2 38 16,1-1-38-16,2-8 120 0,1-6-36 15,-1-5-56-15,0-3 115 0,1 0-87 16,-1 0-34-16,-2 0 40 0,-1 2-65 16,-3 1-158-16,0 1 139 0,0 4-99 15,-3-1-252-15,3 6 254 16,-4 5-64-16,4 0-229 0,0 3 175 15,0 0-84-15,4 0-352 0,-4 1 134 16,3 1-2-16</inkml:trace>
  <inkml:trace contextRef="#ctx0" brushRef="#br0" timeOffset="47744.29">24763 12876 98 0,'0'0'1065'0,"0"0"-353"15,0 0-319-15,0 0-54 0,0 0 89 16,0 0-188-16,0 0-33 0,0 0 68 15,36 28-36-15,-33-10-57 0,0 5-5 16,1 0 15-16,-1-1-114 16,0 1-41-16,0-3 15 0,1-1-52 15,2-4-179-15,-3-3 102 0,4-2-137 16,2-2-609-16,-2-4-188 0,-1-3-548 0</inkml:trace>
  <inkml:trace contextRef="#ctx0" brushRef="#br0" timeOffset="48528.09">25319 12907 134 0,'0'0'1794'0,"0"0"-1547"0,0 0 2 0,0 0 67 16,0 0-164-16,0 0-21 0,0 0 51 16,0 0-70-16,0 0-51 15,0 0-61-15,0-13 105 0,0 23-20 16,0 6-2-16,3 3 68 0,0 3-25 16,1-2-23-16,-1-2 30 0,3 2-96 15,1-6-3-15,-1 0 13 16,1-3-47-16,-4-1-3 0,3-7 3 15,-2 1 0-15,2-3-56 0,4-1 56 16,6-6 0-16,-3-2 1 16,3-6 5-16,-3-1-6 0,-3 1-3 15,-1-1-44-15,1 0 47 0,-4 3-276 16,1-2 115-16,-4 2-133 0,-3 2-407 16,3 3 252-16,-3 4 70 0,0 2-38 15,0 1 261-15,-3 0 23 0,-3 0-112 16,2 1 34-16,-2 2 211 0,0 3 140 15,-1 0 192-15,1 2 150 0,-1 0 225 16,4 2-398-16,0 2-35 16,3 2 65-16,0 1-127 0,6 0-44 15,1-3-39-15,6-4 0 0,-4 1-123 16,4 0 29-16,0-1-70 0,-3-3 16 16,3 1-321-16,-4-1 147 0,1-3-97 15,-3 0-506-15,-4 1 154 16,0-3 17-16</inkml:trace>
  <inkml:trace contextRef="#ctx0" brushRef="#br0" timeOffset="48791.69">25577 13099 784 0,'0'0'1110'0,"0"0"-793"0,0 0-103 0,0 0 25 0,0 0-123 0,0 0-13 0,0 0-29 16,-3-47-42-16,10 31-32 0,-1 2-75 15,1 2 74-15,2-1-2 0,1 2 3 16,0 1 13-16,-4 0 15 0,1 5 4 15,-4-1 55-15,0 4 9 0,3 0 35 16,1-2-10-16,-4 3-29 0,4 1-44 16,-1 0 40-16,-3 7 1 15,4 3-33-15,-1 5 61 0,1 3-89 16,-1-1 4-16,-3 1 21 0,1-2-53 16,-1 0 35-16,0 0-6 0,3-2-29 15,1 3-26-15,-4-3 7 16,0-2-10-16,1-2-266 0,-1-2 73 15,-3-3-96-15,0-3-934 0,0 2-161 16</inkml:trace>
  <inkml:trace contextRef="#ctx0" brushRef="#br0" timeOffset="48995.03">25584 13056 1418 0,'0'0'659'0,"32"0"-89"16,-12 0-316-16,-1 1-93 0,0-1-59 16,1-1-77-16,-1 0-25 15,0-1-192-15,1-2-65 0,-1 0-140 16,-6 2-831-16</inkml:trace>
  <inkml:trace contextRef="#ctx0" brushRef="#br0" timeOffset="49383.12">25868 12990 1171 0,'0'0'1403'16,"0"0"-1171"-16,0 0-113 0,0 0 38 15,0 0 3-15,0 0-14 0,-23 41 0 16,17-28-25-16,6-4-64 0,-3-4-48 16,3 0 37-16,0-1-46 0,0-1-135 15,0 2 97-15,0-4-73 0,3-1-218 16,0-1 102-16,0-5-34 0,1 0-72 15,-1-4 272-15,0-2 61 0,-3-4 23 16,3 4 51-16,-3 0 10 0,4 6-39 16,-1-1-44-16,0 5 3 15,0 0 31-15,4 2 62 0,2 0 67 16,8 6 183-16,-1 4-79 0,0 2-59 16,-3 0-23-16,0 0 9 0,0-3-50 15,3 0-83-15,-3-4 53 16,0-2-65-16,3-3-34 0,-3-3 77 15,0 0-78-15,-7-2 34 0,4-4-5 16,-4-1-44-16,1 0 37 16,-4-1 3-16,0-1-16 0,-3 1 13 15,0 0 49-15,0 0-86 0,-3 0-80 16,0 0 59-16,-4-2-50 0,4 2-325 16,0-2 186-16,0 3-219 0,3-1-918 15,0 2-132-15,0 4 695 0</inkml:trace>
  <inkml:trace contextRef="#ctx0" brushRef="#br0" timeOffset="49984.57">26588 12884 900 0,'0'0'1392'0,"0"0"-1017"0,0 0-11 0,0 0-217 0,0 0-10 0,0 0 63 15,0 0-32-15,20 53-64 0,-17-29-82 16,3 1 60-16,-2-2-44 0,-1-4-19 16,0 0 43-16,4 0-62 0,-1-5 38 15,0 3-28-15,4-9-10 0,-3 0-26 16,2-2 26-16,4-4 0 15,3 0-22-15,1-2 22 0,-5-2 0 0,1-4-108 16,-3 2 79-16,-3-2-131 0,-1 0-333 16,0-4 57-16,-6-1-184 15,0 1-714-15</inkml:trace>
  <inkml:trace contextRef="#ctx0" brushRef="#br0" timeOffset="50135.59">26634 13010 1975 0,'0'0'956'16,"32"2"-626"-16,-13-2-168 0,-3-1-162 15,4-1 0-15,-7-5-9 0,0 3-250 16,-4 0 6-16,-2-1-256 0,-4 3-1005 16</inkml:trace>
  <inkml:trace contextRef="#ctx0" brushRef="#br0" timeOffset="50444.01">26698 12898 65 0,'0'0'1138'0,"0"0"-887"0,45-5-30 16,-32 5-29-16,3 0-111 15,-3 3-13-15,4 5-39 0,-1 4 29 16,-3 1 53-16,3 2 231 0,-3 3-23 15,0-2-43-15,-4 3 67 0,1-3-140 16,0 1-83-16,-1-4-48 16,-2-4 35-16,-1-4-107 0,-3 0 44 15,4-2-44-15,-4-2 0 0,4-1 19 16,-1 0 7-16,-3 0 23 0,4-3-45 16,-4-4 105-16,3-2-47 0,1-2-59 15,-1-3 115-15,1 0-118 0,-4-2-13 16,4 2-21-16,-4-1-3 0,6 1-323 15,-2-1 175-15,3 4-115 0,-1 4-478 16,4 0 238-16,-3 6-83 0,0-1-377 16,-4 2 485-16</inkml:trace>
  <inkml:trace contextRef="#ctx0" brushRef="#br0" timeOffset="50525.44">27108 12927 133 0,'0'0'1201'16,"0"0"-191"-16,0 0-513 15,7 36-90-15,-7-20 139 0,0 2-194 16</inkml:trace>
  <inkml:trace contextRef="#ctx0" brushRef="#br0" timeOffset="51638.94">27028 12889 60 0,'0'0'103'0,"0"0"187"0,0 0-146 0,0 0-37 16,0 0-48-16,0 0-23 15,0 0 146-15,0 0-48 0,-10-33-17 16,10 30 98-16,0 2-16 0,-3-1 51 16,3 1 129-16,0 1-207 0,-4-1-14 15,4 1 109-15,-3 0-100 16,3 0-29-16,0 0 21 0,0 0-35 15,0 0-63-15,7 0 2 0,6 0 92 16,6 0-16-16,4 2 11 0,2 0-18 16,-2-2-132-16,0 1 25 15,-4 0-40-15,0 2 15 0,-2-1-242 16,-1-1 125-16,-7 0-66 0,-5 0-310 16,2 0 124-16,-6 0-174 0,0 1-988 15,-3 2 839-15</inkml:trace>
  <inkml:trace contextRef="#ctx0" brushRef="#br0" timeOffset="51918.83">27086 12872 1280 0,'0'0'507'0,"0"0"110"0,0 0-359 16,0 0 25-16,9 44 180 16,-5-25-193-16,-4 3-65 0,3 1-45 15,-3-1-3-15,0 1-51 0,0-1-103 16,0-1 81-16,0-3-84 0,0-3-112 16,0-3 110-16,3-1-98 0,-3-3-277 15,3-4 159-15,-3-1-145 0,4 0-852 16,-4-1-255-16</inkml:trace>
  <inkml:trace contextRef="#ctx0" brushRef="#br0" timeOffset="52336.38">27179 13115 124 0,'0'0'2580'0,"0"0"-2124"15,0 0-96-15,0 0-3 0,0 0-71 16,0 0-97-16,0 0-164 0,0 0-25 15,0 0-9-15,0 0-306 0,26-5 179 16,-19 5-106-16,2-1-604 16,-2-3-362-16,3 0-366 0</inkml:trace>
  <inkml:trace contextRef="#ctx0" brushRef="#br0" timeOffset="53164.27">27754 12922 432 0,'0'0'629'0,"0"0"333"0,0 0-673 0,0 0-21 16,0 0 115-16,0 0-191 15,0 0-19-15,0 0-21 0,0 0-63 16,-19-31-44-16,16 31-39 0,-1 2 67 15,1 1-54-15,-3 3-4 0,-1 5 55 16,4 6-4-16,0 4-31 16,3 2 106-16,0 0-9 0,0 1 39 15,3-2-7-15,4-2-114 0,2-3-16 16,1 0 18-16,3-5-52 0,3-6-86 16,3 0 64-16,-2-4 7 0,2-2-128 15,0-3 124-15,-3-3 19 0,-3 0-160 16,-3 0 159-16,0 1-61 0,-7 0-192 15,-3 3 216-15,3-2 0 0,-3-2-25 16,-3 0 41-16,-10-2 22 0,-3-2-155 16,-3 1 104-16,-1 4-15 15,1-1-94-15,3 2 160 0,3 3 10 16,0 0 82-16,6 0 36 0,4 1-46 16,3 0-82-16,-3-1 50 15,3 1-50-15,0-3 10 0,6 1-10 16,7-1 9-16,3-2 17 0,4 1-20 15,2 1-6-15,-2 1-6 0,-4 2 6 16,0 0 47-16,0 2 13 16,-3 1 56-16,-3-1-50 0,-4 3-25 15,-2-1 79-15,-1 0-120 0,0 2 47 16,3 4-44-16,-6-4-3 0,4 1-170 16,-4 1 107-16,0-3-94 0,0 1-376 15,0-4 101-15,0-1-139 0,0-1-639 16,0 0 418-16</inkml:trace>
  <inkml:trace contextRef="#ctx0" brushRef="#br0" timeOffset="53398.65">28032 12949 1648 0,'0'0'467'0,"0"0"-98"0,0 0 92 0,0 0-214 15,0 0-53-15,0 0-51 0,3 48-10 16,-6-31-48-16,0 0-31 0,0-2 69 15,3 1-45-15,0-2-65 0,0 0 78 16,3-1-91-16,7-2 47 16,-4-1-25-16,7 1-10 0,0-4 20 15,3-3 27-15,0-1-59 0,0-2 37 16,0-1-37-16,-3 0 0 0,-3-1-183 16,-3 0 127-16,-1-1-108 0,-3 1-284 15,0-1 161-15,1-2-114 0,-4 1-502 16,0-2 399-16,-4-1-56 0</inkml:trace>
  <inkml:trace contextRef="#ctx0" brushRef="#br0" timeOffset="53581.63">28026 13032 666 0,'0'0'1137'0,"0"0"-696"16,0 0 117-16,0 0-227 15,42 0-85-15,-23 0-56 0,0 0-66 16,1-1-67-16,-4-1-35 0,0-2-44 15,-3 1-16-15,-7 2-366 0,-2-1 77 16,-1 0-194-16,-3-3-625 16,3 2-7-16</inkml:trace>
  <inkml:trace contextRef="#ctx0" brushRef="#br0" timeOffset="54146.89">28139 12921 790 0,'0'0'176'0,"32"-10"-81"0,-13 7 159 16,-2 1-10-16,-1 2 100 16,-3 0 159-16,-1 4-216 0,-2 3-36 15,-3 3 21-15,-4-2-90 0,0 4-27 16,-3 2-9-16,0-1-17 0,-3 0-110 16,-4-2 32-16,1-1-51 15,3-3 0-15,-4-2-111 0,4-1 110 16,0 1-49-16,-4-1-178 0,1 0 145 15,6-1-50-15,-3-3-203 0,3 0 188 16,0-7-71-16,0 2-137 16,3-6 249-16,0 2 49 0,4-1-95 15,-1 2-3-15,4 2 62 0,3 1 94 16,0 2 18-16,-1 3 135 0,1 2 175 16,-3 6-21-16,-3 2 29 0,2 1 26 15,1 1-180-15,-4-2-61 0,4 1-67 16,0-4 25-16,-1 0-79 0,-2-4 19 15,3-1-19-15,-4-2 0 0,1 0 2 16,-1-1 33-16,0-2-6 16,-2-1-14-16,2-3 6 0,-3-1-21 15,4 1 0-15,-4-3 26 0,0 0-26 16,1-2-51-16,-1-2 50 0,0 0-69 16,0 5-190-16,-3-1 62 15,3 3-148-15,-3 3-423 0,4 0 421 16,-1 3 160-16,0 0 188 0,-3 1 166 15,3 0 94-15,1 6 167 0,-1 5-146 16,-3 2-46-16,3 2-49 16,-3 1-106-16,3-2-80 0,-3-1 13 15,0-1-29-15,4 0 7 0,-1-2-145 16,3 1 13-16,-3-2-36 0,4-2-163 16,3 1 123-16,-1-5 68 0,4 3 13 15,-3-6 15-15,3 0-18 0,0-1-47 16,0-5 1-16,-7 4-154 0</inkml:trace>
  <inkml:trace contextRef="#ctx0" brushRef="#br0" timeOffset="54373.04">28510 12985 1438 0,'0'0'439'0,"36"6"38"15,-17-6-364-15,-6 0-29 0,0-1-84 16,-7-1-116-16,-2 1-273 0,-1 0-1092 16</inkml:trace>
  <inkml:trace contextRef="#ctx0" brushRef="#br0" timeOffset="54756.17">28529 12904 1100 0,'0'0'582'15,"0"0"-101"-15,0 0-284 0,0 0-12 16,0 0 11-16,42-15-138 0,-25 14 3 16,2-1-16-16,-3 0-6 15,0 1-36-15,0 1 16 0,-6 0 26 16,0 0-45-16,-4 2-67 0,-2 4 49 15,-1 2 18-15,0 9 83 0,0 0 90 16,-3 2-45-16,0 1-4 16,-3-3 6-16,0 2-76 0,-4-4-35 15,4 2 25-15,-3-3-44 0,2-2-41 16,1-3 19-16,3-4 22 0,-3 1-140 16,0-2 109-16,-1 3-33 0,4-4-105 15,0-2 95-15,0-1-44 0,0-2-1 16,7-8 119-16,-1-3 125 0,4-6 51 15,0-1-29-15,-1 1-42 0,1-1-16 16,3 2 31-16,0 3-47 16,0 3-13-16,0 3 119 0,0 4-15 15,-4 1 38-15,-2 3 36 0,-1 1-87 16,-2 1-105-16,-1 4 117 0,0 4-123 16,0 3 6-16,-3 1 54 15</inkml:trace>
  <inkml:trace contextRef="#ctx0" brushRef="#br0" timeOffset="56581.85">28723 12944 271 0,'0'0'988'15,"0"0"-555"-15,0 0 145 0,0 0-355 16,0 0-52-16,0 0 13 0,0 0-66 15,0 0 4-15,0 0 67 0,0 0-30 16,29 1-26-16,-22 3 25 16,2 0 3-16,-2 0-57 0,-1 2-64 15,-2-1 46-15,-1 3-86 0,0-1 34 16,-3-2 19-16,0 3-12 0,0-3-23 16,-6 3 69-16,2-4-87 0,-2 3-6 15,-4-2-9-15,1 1 15 0,-4-1-169 16,3-1 169-16,-3-2-59 0,7-1-112 15,-1-1 169-15,4 0-18 0,3 0-96 16,-3-1 112-16,-1 1 4 16,4-1-9-16,0 0 9 0,4 1 76 15,-1 0 52-15,3 0 48 0,1 1-73 16,-1 1-62-16,1 1 101 0,2 3-95 16,-2-2-16-16,3 2 24 15,-1 0-55-15,-2 1-37 0,-1-2 34 16,1 1 3-16,-1-2-210 0,1 3 160 15,-1-4-94-15,0-1-274 0,-2-1 130 16,-1-1-108-16,3 0-491 16,1-2 211-16,-4 0 44 0</inkml:trace>
  <inkml:trace contextRef="#ctx0" brushRef="#br0" timeOffset="56860.19">28904 12938 810 0,'0'0'508'0,"0"0"308"15,0 0-467-15,0 0-84 0,0 0 75 16,0 0-110-16,0 0-20 16,0 0-20-16,0 0-42 0,3 41-44 15,-3-21-39-15,4 2 68 0,-1-3-49 16,3-4-78-16,1 0 78 0,-1 0-84 16,1-1-75-16,-1-3 63 15,4-1 12-15,0-1-143 0,-1 0 127 16,1-1 0-16,0-3-129 0,-1 1 142 15,-2-4-19-15,-1-1-138 0,1-1 119 16,-4 0-58-16,0 0-183 16,0-1 129-16,1-1-107 0,-1-1-256 15,-3-3-28-15,0 2-48 0,0-2-530 16</inkml:trace>
  <inkml:trace contextRef="#ctx0" brushRef="#br0" timeOffset="57006.91">28901 13023 238 0,'0'0'786'0,"0"0"-158"16,0 0 144-16,0 0-440 0,45 6-81 15,-25-3 62-15,-4-2-166 0,0-1-96 16,-6 0-36-16,-1 0-30 0,-2 0-27 16,-4-1-344-16,0-1 85 15,-3-2-164-15,0 1-946 0</inkml:trace>
  <inkml:trace contextRef="#ctx0" brushRef="#br0" timeOffset="57163.84">28927 12887 1725 0,'0'0'328'0,"0"0"-114"0,39-3-1 15,-23 3-132-15,0 0-13 0,3 3-68 16,4 4-23-16,-4 1-106 0,-3 3-480 15,0 2-55-15,-6-5-27 0</inkml:trace>
  <inkml:trace contextRef="#ctx0" brushRef="#br0" timeOffset="57334.1">29198 13132 760 0,'0'0'1936'0,"0"0"-1397"15,0 0-100-15,0 0 99 0,-3 35-172 16,3-32-141-16,0-1-176 0,3-1-46 15,4-1-3-15,2-2-434 0,4-7 40 16,3 0-256-16,-6 0-1199 16,-4 0 321-16</inkml:trace>
  <inkml:trace contextRef="#ctx0" brushRef="#br0" timeOffset="-148020.49">914 9953 590 0,'0'0'228'0,"0"0"-130"0,0 0 52 16,0 0-95-16,0 0 343 0,0 0-96 16,0 0-192-16,0 0-19 0,0 0 36 15,7-17-69-15,-7 15-9 0,0 0-27 16,0 0-22-16,0 1-19 0,0 1 11 15,0 0 8-15,0 0 26 0,0 0 39 16,3 0-20-16,3 4 14 16,-6 2 27-16,7 5-44 0,-4 2 9 15,3 7-9-15,1 4-16 0,-4 7-26 16,4 6 10-16,-7 3-10 16,6-2 13-16,-6-2-13 0,3-4 3 15,-3-5-3-15,0 1-3 0,0-4 3 16,0-1 0-16,0-5-17 0,0 1 17 15,0-5-3-15,7-4-32 0,-7-2 32 16,0-3-46-16,0-3-122 16,6 0 16-16,-3-2-179 0,-3 0-854 15,7-2 427-15</inkml:trace>
  <inkml:trace contextRef="#ctx0" brushRef="#br0" timeOffset="-143800.93">985 10368 326 0,'0'0'258'0,"0"0"-46"0,0 0-115 0,0 0-25 15,0 0-13-15,0 0-57 0,0 0 21 0,0 0 42 0,0 0 3 0,0 0 36 0,-6-5 144 16,6 5-131-16,0-2-26 0,0 2 42 15,0 0-55-15,0 0 16 16,0 0 159-16,0 0-91 0,0 0-20 16,0 0 16-16,0 0-68 0,0 0-29 15,0 0-23-15,0 0 4 0,0 0-36 16,0 0 11-16,0 0-20 16,0 0 3-16,0 0-41 0,0 0 41 15,0 0 3-15,0 0 3 0,0 0 36 16,6 2 3-16,-3-1-7 0,-3-1 20 15,7 1-42-15,-7-1 3 0,3 2-9 16,3-1-10-16,1 0-4 16,-7 0 4-16,10 1 0 0,-10 0-3 15,6 0 3-15,-3 1 0 0,4-1 13 16,-1 1 3-16,-3-1-16 0,10 2 16 16,-9-2-3-16,2 1 0 0,1 1-7 15,2-2 39-15,-2 1-1 0,2 3-15 16,1-3 57-16,6 0-29 0,0-1-35 15,1 1 70-15,-8-3-70 16,7 0-3-16,-6 1 38 0,3-1-57 16,3 0 34-16,-6 0-2 0,0 0-32 15,2-1 25-15,-2 1-19 0,0 0-6 16,-4-1 19-16,4 1-9 16,-4 0-10-16,4 0 22 0,0 0-10 15,-4 1-12-15,1-1 25 0,2 0-25 16,-2 1 0-16,3 1 16 0,-1-1-16 15,-2 0 0-15,-1 0 19 16,-3-1-19-16,4 1 0 0,3 0-3 16,-4 1 3-16,10 0 0 0,-6 0 6 15,-4 1-6-15,4-2 0 0,-4 1 22 16,4 0-22-16,0-1 0 0,-4 0 15 16,4 1-15-16,0-2 0 0,3 1 19 15,3 0-6-15,-7 0-13 0,1 0 35 16,3-1-7-16,-3 0-28 0,-1 1 35 15,-2-1-32-15,3 0-3 16,-1 0 28-16,4 2-28 0,-10-2 0 16,10 2-6-16,-3-2 6 0,0 1 0 15,3 0-7-15,-4-1 7 0,1 0 0 16,-4 1 10-16,11-1-10 0,-8 1 0 16,1 0 3-16,3-1-3 15,-3 1 0-15,6-1 0 0,6 1 0 16,-12-1 0-16,6 0 15 0,4 2-15 15,-8-1 0-15,5-1 0 0,-1 0 0 16,-7 0 0-16,8 0 7 16,2 0-7-16,-3 0 0 0,0 0 9 15,0 0-9-15,1 0 0 0,-1 0 13 16,0 0-13-16,0 0 0 0,0 3 18 16,0-2-18-16,0 1 0 0,1-1 3 15,2 0-3-15,-3-1 0 0,0 1 3 16,0 1-3-16,1-1 0 0,-1 0 4 15,0 1-4-15,-6-1 0 16,6 1-4-16,0-1 4 0,0 0 0 16,0 1-3-16,0-1 3 0,-6 0 0 15,6 1-3-15,0-1 3 0,0 0 0 16,1 0-3-16,-1 0 3 0,0 3 0 16,0-2-6-16,0 1 6 15,0 0 0-15,1-2-9 0,2 3 9 16,-3-1 0-16,0 0-7 0,7-2 7 15,-7 2 0-15,0-2 0 16,0 1 0-16,4 1 0 0,2-1 10 0,-6-1-10 16,1 1 0-16,2-1 25 15,4 0 9-15,-1 0-25 0,-2 1 44 16,-4-1-25-16,0 0-28 0,6 1 25 16,-2 1-10-16,-4-2-15 0,7 1 16 15,-7 0 8-15,3-1-24 0,4 0 35 16,-7 0-35-16,10 3 0 15,-10-2 12-15,6 0-12 0,-5-1 0 16,2 0 22-16,-3 0-22 0,7-1 0 16,-4 0 3-16,-3 1-3 0,0-1 0 15,7 0-7-15,-7 0 7 16,4 0 0-16,2 0-6 0,-6 0 6 0,7 0 0 16,-4 0-6-16,-3 0 6 15,7 0 0-15,-4 0 16 0,-2 0-16 16,5 0 0-16,-2 0-7 0,2 0 7 15,-6 0 0-15,7 0-12 0,-4-1 12 16,4 0 0-16,-4 0-19 16,4 0 19-16,-7 0 0 0,10 1-18 15,-10-1 18-15,7-1 0 0,-4 1-13 16,-3 0 13-16,7-1 0 0,-4 1 16 16,-3 1-16-16,7-1 0 0,0 0 9 15,-4 1-9-15,4-1 0 0,-4 1-37 16,-3 0 37-16,7 0 0 0,3 0-87 15,-10 1 86-15,10-1 1 16,-10 2-81-16,6-1 81 0,-2-1 0 16,2 0-40-16,1 0 40 0,-4 0 0 15,4 0-16-15,-4 0 16 0,4 0 0 16,3 0 7-16,-10 0-7 0,10-1 0 16,-4 1 25-16,1 0-10 15,-4 0-15-15,4 0 37 0,-4 0-24 16,4 0-13-16,-1 1 12 0,-2 1-12 15,2-1 0-15,-2 2-3 0,2-2 3 16,-5 0 0-16,8 0 22 16,-8 0-22-16,5 0 0 0,-2 0 37 15,2-1-12-15,-6 0-25 0,4 2 25 16,2-2-22-16,-6 1-3 0,7-1 0 16,-4 1 0-16,-2-1 0 0,5 0 12 15,-2 0-12-15,2 0 0 0,-6 0 13 16,10 0-13-16,-10 0 0 15,7 0-28-15,-7 0 28 0,4 0 0 16,2 2-53-16,-6 0 53 0,4-1 0 16,-4 0-54-16,6 2 54 0,-5-2 0 15,2 2-33-15,4-1 33 16,-7-1 0-16,6 0-9 0,-2 0 9 0,-4 2 0 16,6-3-3-16,-2 1 3 15,-4-1 0-15,7 0 0 0,-4 1 0 16,-3-1 0-16,7 0 9 0,-7 0-9 15,10 0 0-15,-10 0 12 16,6 0-12-16,-2 0 0 0,2 0 13 16,-2-1-13-16,2 1 0 0,-5-1 22 15,-1-2-22-15,6 2 0 0,-2 0 3 16,-4-1-3-16,6 0 0 0,-5 0 3 16,2-1-3-16,4 2 0 0,-7-1 9 15,3-1-9-15,-3 1 0 0,0-2 25 16,7 2-25-16,-7 0 0 15,4-1 31-15,-4 2-16 0,0 0-15 16,0-1 25-16,0 2-25 0,0 0 0 16,0 0-6-16,1 0 6 0,5 0 0 15,-6 2-9-15,1 0 9 0,2-2 0 16,-3 2-6-16,0-1 6 16,0-1 0-16,1 0-10 0,2 0 10 15,-3 0 0-15,7-3 10 0,-7 2-10 16,0-2 0-16,0 2 0 0,7-1 0 15,-10 1 0-15,9-1 9 16,-6 0-9-16,7-1 0 0,-4 1 6 16,-2 0-6-16,5 0 0 0,-2 1-3 15,-4 0 3-15,0 0 0 0,6-1-3 16,-5 2 3-16,2-1 0 0,-3 0-13 16,0 1 13-16,0-1 0 0,1 1-6 15,-1 0 6-15,0 0 0 0,0 0-9 16,7 0 9-16,-7 0 0 0,3 0 0 15,-3 0 0-15,0 0 0 16,1 1-3-16,2-1 3 0,-3 1 0 16,0-1-3-16,0 1 3 0,1 1 0 15,-1-1-3-15,0 0 3 0,0 2 0 16,0-1-3-16,0 0 3 0,0 2 0 16,1 0-7-16,-1 1 7 15,0 0 0-15,0-2-9 0,0-1 9 16,4 1 0-16,-4 0-6 0,6-1 6 15,-6-1 0-15,4-1 9 0,2 0-9 16,-5 0 0-16,8 0 6 16,-2 0-6-16,-4 0 0 0,4 0 13 15,3 0-13-15,-10 0 0 0,10 0 18 16,-10 0-18-16,7 0 0 0,-1 2 16 16,-2 0-16-16,2 0 0 0,-2 1 6 15,2-1-6-15,-2-1 0 0,2 0 3 16,-6 3-3-16,10-3 0 15,-3-1 16-15,3 2-16 0,-10-2 0 16,10 1 15-16,-4-1-15 0,4 1 0 16,-10-1 6-16,10 1-6 0,-3-1 0 15,-1 0 10-15,-2 0-10 16,6 0 0-16,-4 1 18 0,1-1-18 0,-4 1 0 16,4 1 19-16,-4 0-19 15,4 0 0-15,-4 0 6 0,0 0-6 16,1-1 0-16,-4 2 3 0,10-2-3 15,-10 1 0-15,7-1 3 16,-4 0-3-16,-3 1 0 0,7-1 6 0,-7 0-6 16,3-1 0-16,-3 0 0 15,1 0 0-15,5 2 0 0,-2-1 0 16,-1-1 0-16,-3 1 0 0,3 0 9 16,-2 0-9-16,8 1 0 0,-2-1 10 15,-4 0-10-15,11-1 0 0,-5 1 6 16,-2-1-6-16,3 2 0 15,0-1 6-15,6 0-6 0,-6-1 0 16,6 0 0-16,0 0 0 0,1 0 0 16,-1 0 15-16,3 0-15 0,-2-1 0 15,-1 0 7-15,4 1-7 0,-1-2 0 16,1 1 3-16,-4 2-3 16,4-2 0-16,-4 1 15 0,0 0-15 15,0 0 0-15,1 0 31 0,-7 0-31 16,6 0 0-16,0 1-3 0,-6-1 3 15,3 2 0-15,0-1-3 16,-6-1 3-16,3 1 0 0,3 2 3 16,-4-2-3-16,1 0 0 0,-3 1 0 15,3-2 0-15,-4 3 0 0,-2-2 3 16,6 1-3-16,-1-1 0 0,-5-1 0 16,-1 0 0-16,4 0 0 0,-4 0 9 15,-3 0-9-15,7 1 0 0,-4-1 0 16,-3 0 0-16,7-1 0 15,-4-2 10-15,-2 2-10 0,-1 0 0 16,6-1-4-16,-2 0 4 0,-4 1 0 16,3 0 10-16,-3 1-10 0,4-2 0 15,-4 1-13-15,0 1 13 0,0-1 0 16,0 1-3-16,1-1 3 0,-1 1 0 16,0-2-12-16,0 1 12 15,3 0 0-15,-2-1 6 0,-1 1-6 16,0-1 0-16,6-2-3 0,-2 3 3 15,-4-3 0-15,7 1 0 16,-4 1 0-16,4 0 0 0,-4-2-3 16,4 3 3-16,-7-1 0 0,10 0 3 15,-4 0-3-15,1 0 0 0,-4 0-3 16,7-1 3-16,-3 1 0 0,-1-2 0 16,-2 2 0-16,5-2 0 0,-2 0 3 15,3 2-3-15,-4-1 0 0,1 0-3 16,-4-1 3-16,7 2 0 15,0-1 0-15,-3-1 0 0,3 1 0 16,-4 1-6-16,1 1 6 0,3 0 0 16,-7-2-6-16,7 2 6 0,-4-1 0 15,4 1-10-15,-3 0 10 0,0 0 0 16,-4 0 0-16,10 0 0 0,-10 0 0 16,7 0 3-16,0 1-3 15,-3-1 0-15,-1 0-3 0,-2-1 3 16,5 2 0-16,-2 0-3 0,0-1 3 15,-4 1 0-15,4 0 0 0,-1-1 0 16,-2 1 0-16,2 0 0 16,-2 0 0-16,2 0 0 0,1 0-6 15,-4 0 6-15,-3 0 0 0,7 0-3 16,-4 0 3-16,-2 0 0 0,5 2-3 16,-2 0 3-16,-4-1 0 0,6 0 0 15,-2 0 0-15,-4 1 0 0,3-1-9 16,1 1 9-16,-4 1 0 0,3-2-7 15,0 2 7-15,-2-2 0 16,2 2-3-16,-3-2 3 0,4 3 0 16,2 0 3-16,-6-1-3 0,7-2 0 15,-4 2 4-15,-3 0-4 16,7 0 0-16,3-1 0 0,-10 1 0 16,10-1 0-16,-10 0 3 0,13 1-3 15,-10-2 0-15,7 2-3 0,-3-1 3 16,3 0 0-16,-4-1 0 0,4 1 0 15,0-1 0-15,0 0 6 0,3 1-6 16,-3-2 0-16,0 0 9 0,6 0-9 16,-6 0 0-16,3 0 12 15,0 0-12-15,-7 0 0 0,11 0 13 16,-7 0-13-16,3-2 0 0,-3 0 3 16,-1 1-3-16,-2 0 0 0,-4-2 12 15,4 1-12-15,-4-2 0 0,-2 2 12 16,-1-2-12-16,0 0 0 15,0 1 19-15,-6 0-19 0,-4 1 0 16,4-1 28-16,-10 1-22 0,6 0-6 16,-6 0 27-16,7-1-5 0,-4 0-22 15,-3 1 40-15,6 0 15 0,-6-2-46 16,0 1 40-16,0-1 3 0,0-1-52 16,0 0 43-16,0-1-43 15,0-1 0-15,0-3 9 0,0-3-9 16,0-1 0-16,0-2-24 0,0 2 24 15,0-2 0-15,4 0-25 0,-1-2 25 16,-3-1 0-16,3-2-33 16,4-1 33-16,-1 0 0 0,-3-1-35 15,4-2 35-15,-4 1 0 0,3 1-15 16,-6-1 15-16,7 0 0 0,-1 0-31 16,-2 1 31-16,-4 1 0 0,6 0-37 15,-3 0 36-15,0 4 1 0,1-3-73 16,-4 3 73-16,0 2 0 0,0 1-55 15,0 1 55-15,0 2 0 16,6 1-21-16,-6 3 21 0,0 1 0 16,0 3 0-16,0 1 0 0,0 0 0 15,0 0 12-15,0 1-12 0,0 1 0 16,0 0-40-16,0 1 6 16,0 0 34-16,0 0-219 0,0 0 218 15,0 2-44-15,0-1-114 0,0 1 156 16,0 1-56-16,0 0-309 0,0-1 194 15,3 1-106-15,-3-3-568 16,0 1 141-16,7-1-387 0,-17-17 446 0</inkml:trace>
  <inkml:trace contextRef="#ctx0" brushRef="#br0" timeOffset="-140056.07">12577 9836 1119 0,'0'0'355'0,"0"0"-4"0,0 0 129 16,0 0-208-16,0 0-30 0,0 0 78 15,0 0-115-15,0 0-37 16,0 0-19-16,0 0-16 0,-6-22-42 16,6 20-60-16,0-1 66 0,0 0-75 15,-4 2-2-15,1-1 46 0,0 0-66 16,-3-1 37-16,6-1-27 16,-7 2-10-16,-3 0-10 0,-3-1 10 15,-3 1 0-15,-3 0 3 0,0 0-3 16,-4 2 0-16,-3-1-21 0,7 1 21 15,-10 0 0-15,3 0-7 16,0 1 7-16,-6 0 0 0,-1 2-3 16,1 1 3-16,-3-1 0 0,-4 3 13 15,3-2-13-15,-2-1 0 0,-1 3 0 16,3-2 0-16,-3-2 0 0,7 3-3 16,-10-1 3-16,10-3 0 0,0 0 12 15,-1 0-12-15,4-1 0 0,0 0 3 16,3-1 3-16,-6-1-6 0,13-2 22 15,-4-1-12-15,-3 1-10 16,4 1 21-16,2-2-14 0,-2 2-7 16,5-2 25-16,-2-1-25 0,3 2 0 15,0 0 25-15,0 1-19 0,3 0-6 16,-3 1 18-16,3-2-18 0,0 3 0 16,-3-2-12-16,9-1 12 15,-6 1 0-15,0 2-6 0,4 0 6 16,-1-1 0-16,0 1-6 0,-3-2 6 15,4 0 0-15,-1 1 9 0,-3 0-9 16,3 0 0-16,-6 0 0 16,6 1 0-16,-2-1 0 0,-5 2-16 15,4 0 16-15,-3 0 0 0,-3 3-21 16,0 0 21-16,-1-1 0 0,1 1-16 16,-7 1 16-16,10-1 0 0,-10 0-9 15,3 1 9-15,-3 1 0 0,4-2 6 16,-4 1-6-16,0 0 0 0,0 0 6 15,1 0-6-15,2-1 0 16,-9 0 19-16,12 2-16 0,-9-2-3 16,3 0 12-16,4-1-12 0,-4 3 0 15,0-4 19-15,3 1-19 0,-2-1 0 16,5 1 25-16,1 0-22 0,-7-1-3 16,10 1 28-16,-10-2-19 15,10 1-9-15,-10 0 25 0,10 1-22 16,-7-1-3-16,4-1 25 0,-4 0-25 15,7 0 0-15,-3 0 15 16,-4 0-8-16,7 0-7 0,0 0 28 16,-4 0-28-16,4 0 0 0,-6 1 24 15,6 0-24-15,-1 1 0 0,-2-1 7 16,-4 1-7-16,7-1 0 0,-3 0-7 16,3 0 7-16,-4 0 0 0,1 0-12 15,3 0 12-15,0 1 0 0,-4-1 9 16,1 0-9-16,0 1 0 0,-4 0 0 15,7-1 0-15,-10 1 0 16,7 2-15-16,-4 0 15 0,0-1 0 16,-2 1-3-16,5 0 3 0,-2-1 0 15,-4 1-13-15,3 0 13 0,-3-1 0 16,4 2-6-16,-4-1 6 16,0 0 0-16,3 1-6 0,-2-1 6 15,-1 0 0-15,3 0 3 0,0 0-3 16,-2-1 0-16,8 1 6 0,-8-2-6 15,8 0 0-15,1-1 19 0,-3 2-19 16,-4-1 0-16,7 0 21 16,0-1-21-16,0 0 0 0,0 0 22 15,0-1-22-15,6 0 0 0,-6 0 28 16,0 0-28-16,-1 1 0 0,8 1 9 16,-7-2-9-16,-1 1 0 0,1 0-3 15,0 2 3-15,6-2 0 0,-6 1-19 16,0-1 19-16,3 2 0 0,-6-1-12 15,3 1 12-15,0-1 0 16,-1 0-3-16,1 1 3 0,-3 0 0 16,-4 1-6-16,7 2 6 0,0-3 0 15,-7 1-9-15,4 2 9 0,3-3 0 16,-7 2 3-16,7-2-3 16,-3-1 0-16,-4 1 6 0,7 0-6 15,0-2 0-15,0 2 28 0,0-3-28 16,-1 1 0-16,-2-1 27 0,3 1-27 15,0 0 0-15,0 0 4 0,-1 0-4 16,1 1 0-16,0-1-10 16,0 0 10-16,-3 1 0 0,-4-1 3 15,7 0-3-15,0 0 0 0,-1-1-6 16,-2 1 6-16,-3 0 0 0,5 1 9 16,1-1-9-16,-3-1 0 0,-4 0 13 15,7 0-13-15,0 0 0 0,-3 0 24 16,-1 0-24-16,1-1 0 0,3-1 13 15,-1 1-13-15,-2 1 0 0,3 0 6 16,-3-1-6-16,-1 1 0 16,4-1 0-16,-7 1 0 0,7-1 0 15,-3 1-3-15,3-1 3 0,-7 1 0 16,7-1 6-16,-3 1-6 0,2 0 0 16,-5-1 12-16,6 1-12 15,-4-1 0-15,-2 0-3 0,6-1 3 16,-1 2 0-16,-2-1 13 15,-4 1-13-15,7-1 0 0,0 0 6 0,-3 1-6 16,-4-1 0-16,7 1-16 0,-7 0 16 16,7 0 0-16,-3 0 0 15,-4 0 0-15,7 1 0 0,-10 0-12 16,10 0 12-16,-10 0 0 0,10 1 3 16,-6 0-3-16,-4-2 0 0,6 0 6 15,-2 1-6-15,-1-1 0 0,7 1 6 16,-10-1-6-16,10 0 0 0,-3 0 0 15,2 0 0-15,-5-1 0 16,6-1 16-16,-4 1-16 0,-2-1 0 16,6 2-3-16,-1-1 3 0,-5 1 0 15,6-2-6-15,-4 2 6 0,4-1 0 16,-7 1-7-16,7 0 7 0,-3 0 0 16,3 0-15-16,-7 0 15 15,4 0 0-15,-4 0 3 0,4 0-3 16,-4 1 0-16,1-2 12 0,2 1-12 15,-2 0 0-15,2 1 7 0,-2-1-7 16,-1 0 0-16,4 0 27 16,-4 1-27-16,4-1 0 0,-4 1 28 15,0-1-22-15,4-1-6 0,-4 1 31 16,7 0-28-16,-10 0-3 0,10 0 19 16,-6 0-19-16,6 0 0 0,-4 0 24 15,4-1-24-15,-7 0 0 0,7 1 22 16,0-1-22-16,-3 1 0 0,3 0 15 15,-1 0-15-15,-5 0 0 16,6 1 0-16,-4 0 0 0,-2 1 0 16,6-1 3-16,-4 1-3 0,4 0 0 15,-7 0 31-15,7 1-13 0,0-2-18 16,-3 0 37-16,-4 2-31 0,7-1-6 16,0 1 40-16,0-1-34 15,-4-1-6-15,-2 2 31 0,6-2-31 16,-1-1 0-16,1 1 30 0,-3-1-30 15,3 0 0-15,0 0 34 0,-1 0-25 16,1 0-9-16,-6 0 34 16,5-1-25-16,1 0-9 0,0-3 6 15,0 3-6-15,-3-2 0 0,3 1 6 16,-7 1-6-16,7 0 0 0,-4-2-15 16,-2 3 15-16,6-1 0 0,-10-1-16 15,10 1 16-15,-7 0 0 0,4 0-3 16,-4 1 3-16,7-1 0 0,-10 0 0 15,10 1 0-15,-3-2 0 16,-4 2 6-16,7-1-6 0,-7 1 0 16,4-1-12-16,3 0 12 0,-7 0 0 15,7 1 3-15,-4-1-3 16,4 0 0-16,0-1 0 0,0 1 0 0,0-1 0 16,0-1 0-16,0 2 0 15,-1 0 0-15,1-2 0 0,-3 2 0 16,3 0 0-16,0-2 3 0,-1 2-3 15,1-1 0-15,-6 0-6 0,6 0 6 16,-1-1 0-16,-2 2-12 0,3 0 12 16,-7 1 0-16,7-1-6 15,-3 0 6-15,-4 1 0 0,7-1-6 16,-7 1 6-16,4-1 0 0,3 1 3 16,-7 0-3-16,4 0 0 0,-4 0-12 15,4 0 12-15,-4 0 0 0,7 0-7 16,-7 0 7-16,4 1 0 0,-3-1 0 15,5 0 0-15,-8 0 0 16,8 0 7-16,1 0-7 0,-10 0 0 16,10 0 15-16,-6 0-15 0,-4 0 0 15,10-1-15-15,-10 1 15 16,3 0 0-16,7 0-10 0,-10 1 10 0,7-1 0 16,-4 1-3-16,1-1 3 15,-4 1 0-15,6 0-6 0,-2-1 6 16,-1 0 0-16,-3 0 3 0,4 1-3 15,2-1 0-15,-6 0 0 0,4 0 0 16,-1 0 0-16,4 0 3 0,-4 0-3 16,-3 0 0-16,4 0-3 15,-4 1 3-15,7-1 0 0,-4 3-6 16,-3-3 6-16,4 1 0 0,-4-1-3 16,10 0 3-16,-10 0 0 0,3 0 6 15,-3 0-6-15,10 0 0 0,-6 0 3 16,-4 0-3-16,10 0 0 15,-10 0 13-15,3-2-13 0,7-1 0 16,-10 2-10-16,10-1 10 0,-10 1 0 16,10-1 3-16,-7-1-3 0,7 0 0 15,-3 1 7-15,-4 1-7 0,7 0 0 16,-3-1-10-16,-4 0 10 0,4 0 0 16,-4 0 3-16,0 1-3 15,4 0 0-15,-4-2 0 0,-2 2 0 16,9 0 0-16,-7-1-6 0,-3 1 6 15,7 1 0-15,-4-1-12 0,0 1 12 16,4-2 0-16,-10 2-30 16,10 0 30-16,-4 0 0 0,-3 0-4 15,4 0 4-15,2 0 0 0,-2 0-15 16,2 0 15-16,-2 0 0 0,-1 1-3 16,4-1 3-16,-4 2 0 0,-3-1-15 15,4 1 15-15,2 0 0 0,-6 1 0 16,4-2 0-16,-1 0 0 0,4 0-6 15,-4 0 6-15,-3 1 0 16,4 0-13-16,2-1 13 0,-2 0 0 16,-4-1 16-16,3 0-16 0,4 0 0 15,-7 0-9-15,3 0 9 0,1 0 0 16,-4 0-3-16,0 0 3 0,4-1 0 16,-4-1-19-16,3 1 19 0,-3 1 0 15,0 0-43-15,4 0 43 16,-11 0 0-16,8-2-85 0,-1 2 85 15,-6 2 0-15,6-1-89 0,-7 0 89 16,8 1 0-16,-8-1-65 16,7 2 65-16,-3-2 0 0,-3 4-38 15,0-2 38-15,6-1 0 0,-6-1-12 16,6 3 12-16,-7-2 0 0,8 1 15 16,-1-2-15-16,-3 0 0 0,3 2 19 15,0-2-19-15,0 0 0 0,4-1 18 16,5 0-18-16,-8 0 0 15,8-1 25-15,1 0-16 0,0-2-9 16,0 2 19-16,0-1-19 0,0 0 0 16,6 1 18-16,0 0-18 0,-3 0 0 15,4-1-9-15,2 1 9 16,4 0 0-16,-13 1 3 0,16-1-3 16,-10 1 0-16,-3-1-9 0,10 1 9 15,-3-1 0-15,-1 1 0 0,4 0 0 16,-4-1 0-16,1 0 28 0,3 1-13 15,-4-1-15-15,-2-1 40 16,2 0 0-16,1 1-40 0,2 0 34 16,-2 0-19-16,-4 1-15 0,10-1 34 15,-6 1-34-15,3 0 0 0,-10-1 21 16,13 1-21-16,-10 0 0 0,4-1 6 16,-4 0-6-16,3 0 0 0,-2 0 25 15,-1-1-25-15,-3 0 0 0,0 0 21 16,-3 1-21-16,-7-2 0 15,1 3-36-15,2 0 36 0,4 0 0 16,0-1-40-16,-6 2 40 0,2 2 0 16,-2 0-22-16,5 1 22 0,-2 1 0 15,-4-2-21-15,-2 3 21 16,8-2 0-16,-5-1-6 0,-4 2 6 16,3-1 0-16,4-3 0 0,-4 2 0 15,4-2 0-15,-4 0-3 0,1-1-10 16,2 0 13-16,-2-5-194 0,-4 2 164 15,3-2-165-15,-3-4-650 0,7 2-495 16,-10-7-873-16</inkml:trace>
  <inkml:trace contextRef="#ctx0" brushRef="#br0" timeOffset="-96691.27">13013 9997 1208 0,'0'0'277'0,"0"0"-53"0,0 0-178 0,0 0 259 15,0 0-59-15,0 0-77 0,0 0 47 16,10-33-113-16,-13 29-16 0,-4 0 48 16,4 0-14-16,-10 2-31 0,-3-2-33 15,6 3 26-15,-12 1-19 0,5 0-39 16,8 6 48-16,-7 0-57 0,-1 1 3 15,8 3 22-15,2 2-41 16,-2-1 22-16,2 2 13 0,1 0-35 16,6-2 3-16,0-1-3 0,0 0 0 15,0-3-63-15,3-3 44 16,0 0 19-16,4 0-124 0,2-2 122 16,7-2-52-16,1-3-176 0,5-7 131 15,-2 0-26-15,-4-1-116 0,-7 0 148 16,-2 1 38-16,3 0 55 15,-4 0 0-15,-6 2 25 0,0 2 5 16,0 2 15-16,0 2 29 0,0-1 132 16,0 1 12-16,0 1-8 0,0 1-26 15,0 0-44-15,-3 8-106 0,-4 1-2 16,1 9 15-16,-4 3-6 0,4 2-31 16,2 2 68-16,-2-2-53 0,0 1-3 15,6-1 22-15,-4-3-44 0,4 1-56 16,0-3 34-16,4-1-19 15,-4-4-290-15,9 1 80 0,-2-6-98 16,-7 1-344-16,6-6 135 0,-3 0-97 16</inkml:trace>
  <inkml:trace contextRef="#ctx0" brushRef="#br0" timeOffset="-96052.44">13097 10092 215 0,'0'0'1270'0,"0"0"-899"0,0 0 28 15,0 0-335-15,0 0 17 0,0 0 191 16,0 0-92-16,3 41-45 15,1-28-33-15,-4 1-19 0,0 0-25 16,0-3-42-16,0 1 32 0,6-1-48 16,-3-3 13-16,-3-1-14 15,4-4 1-15,-1 0-72 0,-3 0 70 16,0-2-15-16,0-1-21 0,6 0 38 16,-3-1 0-16,-3-5 3 0,7-2 33 15,-4-3-36-15,0-5-125 0,1 1 103 16,5 1-16-16,-2 1-62 15,-7 4 87-15,6 3 0 0,1 1-28 16,-7 3 41-16,3-2 22 0,-3 3 36 16,0 0-7-16,0 1-51 0,6 1 2 15,-6 5 79-15,0 3 5 0,0 3 7 16,0-1 2-16,0 0-41 0,0-4-31 16,4-3 34-16,-4-1-57 0,3-1 13 15,-3 0-26-15,3-1 13 0,-3-1-67 16,0 0 67-16,6 0 0 15,1-3-6-15,-4-2-10 0,4-2 9 16,-1-2-95-16,1-1 102 0,-1 2-22 16,-6-1-63-16,10 3 84 15,-4-2-1-15,-6 3-82 0,10 1 83 16,-7 2 1-16,0 2-17 0,-3 0 17 16,7 4 17-16,-4 3 15 0,0 6 41 15,-3 2-22-15,0 0-35 0,0 0 38 16,0-1-54-16,3-5-22 15,-3-2-7-15,0 0-143 0,0-2-453 16,0-1 10-16,0-1-26 0</inkml:trace>
  <inkml:trace contextRef="#ctx0" brushRef="#br0" timeOffset="-95553.17">13388 10099 937 0,'0'0'466'0,"0"0"-187"0,0 0 92 0,0 0-235 16,0 0-10-16,0 0 29 0,0 0-93 16,0 0-27-16,-39 8 20 0,33 7 10 15,2 2 18-15,-2 1 66 0,6 1-46 16,0-5-39-16,0 1-41 15,3-3 5-15,4-4-28 0,-7-1-108 16,6-3 3-16,-3-3-85 0,4 2-224 16,-1-1 204-16,1-2-4 0,-4 0 19 15,10-6 136-15,0-2 37 0,-7-4 17 16,10-2 5-16,-9 2 13 0,-4 1 3 16,7 6 7-16,-7-1 13 0,0 3 123 15,-3 1-3-15,0-1 3 0,0 2 74 16,7 1-165-16,-4 0-68 15,-3 4 0-15,3 2 19 0,0 5 23 16,-3 4 13-16,7-2-16 0,-1 2-23 16,-2-6-10-16,-4-4 1 15,0 1 3-15,6-3-7 0,-6-1 19 16,3 4-22-16,0-5 2 0,-3 1 24 16,0-2-6-16,0 0 34 0,0 0 59 15,0 0 2-15,0-3-83 16,0-4 16-16,4-3-48 0,-4-2-51 15,0-3-29-15,0 0-100 0,0-1-256 16,0 3-102-16,0 2-119 0</inkml:trace>
  <inkml:trace contextRef="#ctx0" brushRef="#br0" timeOffset="-95176.65">13662 10077 684 0,'0'0'1371'0,"0"0"-1051"0,0 0-16 0,0 0 66 0,0 0-150 16,0 0-54-16,0 0-68 0,0 0 7 15,0 0-89-15,0 0-16 16,0-30 0-16,0 32-83 0,-3 3-117 15,0 5 199-15,0 4-15 0,-4 1-86 16,7 0 77-16,0-2-36 0,10-1-109 16,-7-1 116-16,0 0-4 0,7 0-14 15,-3-1 72-15,-1 0 0 0,0 0 0 16,-2-4 58-16,2 4 16 0,-3-3-7 16,1 0-12-16,-1 1-14 0,-3-3-25 15,0 0 52-15,0 3-11 0,0-1 4 16,-7-1 21-16,4-1-37 15,-3-1-42-15,-1 0 45 0,-2-1-48 16,2-3-164-16,-3 0-6 0,10 0-96 16,-6-4-616-16,3 0-101 15</inkml:trace>
  <inkml:trace contextRef="#ctx0" brushRef="#br0" timeOffset="-94927.01">13843 9933 310 0,'0'0'2407'16,"0"0"-2057"-16,0 0-123 0,0 0 65 16,0 0-39-16,0 0-128 0,0 0-125 15,0 0-2-15,0 0-48 0,0 0 0 16,13 42 50-16,-10-17 0 15,-3-2-6-15,7 0 6 0,-4-1 0 16,-3 4-247-16,3 2-42 0,-3 2-323 16,0-7-1112-16</inkml:trace>
  <inkml:trace contextRef="#ctx0" brushRef="#br0" timeOffset="-94765.18">13943 10270 2867 0,'0'0'200'0,"0"0"-200"0,0 0-16 16,0 0 16-16,0 0 0 0,0 0-254 15,0 0-169-15,0 0-300 0,0 0-928 16</inkml:trace>
  <inkml:trace contextRef="#ctx0" brushRef="#br0" timeOffset="-94489.6">13175 10360 2365 0,'0'0'365'0,"0"0"-365"16,0 0-2-16,0 0 2 0,0 0 226 16,51 30-66-16,-31-20-20 0,2 1-18 15,11-1-21-15,-1 0-82 0,7-2 4 16,-4 0 8-16,7-4-31 0,7-1 29 16,-7-1-1-16,6-2-28 0,-6 0-300 15,0-2-146-15,-13-2-690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2:53:57.95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19302 7491 1182 0,'0'0'196'0,"0"0"-14"0,0 0-114 15,0 0-35-15,0 0 41 0,0 0 436 16,-39 22-397-16,29-16 10 15,1-1 51-15,2 2-93 0,-6 4-17 16,0 2 4-16,-3 7 12 0,3 0-29 16,-3 4-12-16,3 3 3 0,-3 5-17 15,0 3-21-15,0 5 40 16,6 0-15-16,0 3-16 0,4 1 60 16,3 1-15-16,3 2-33 0,6 0 45 15,1 2-25-15,5 1-39 16,1-4 45-16,4-3-51 0,2-5 9 15,0-4-10-15,7-5 1 0,0-2-136 16,3-6 97-16,0-4-31 0,0-5-182 16,-3-2 62-16,3-8-145 0,-6-2-732 15,-7-4-200-15</inkml:trace>
  <inkml:trace contextRef="#ctx0" brushRef="#br0" timeOffset="2638.46">19663 7680 1277 0,'0'0'387'0,"0"0"-215"15,0 0-35-15,0 0-90 0,0 0-44 16,0 0 69-16,0 0 167 15,0 0-83-15,10 47-17 0,-7-24-10 16,1 1-54-16,-1 3-37 0,0-1-19 16,4 4 7-16,-4-3-26 0,6-1 3 15,-2-2 2-15,-1-5-5 0,1-3-52 16,-1-5 50-16,-2-5-30 0,-1-2-74 16,0-2 67-16,3-2 33 0,1-2 6 15,-1-6 67-15,4-8-12 16,0-2 6-16,-4-5 26 0,4-1-17 15,-4 3 4-15,4-4-13 0,-3 2-61 16,-1-3-39-16,0 4 27 0,-2-2-81 16,2 1-316-16,1 4 5 15,-1 1-158-15,-3 6-835 0</inkml:trace>
  <inkml:trace contextRef="#ctx0" brushRef="#br0" timeOffset="2869.22">19961 7675 774 0,'0'0'378'0,"0"0"-14"0,0 0 182 16,0 0-290-16,22 43 19 0,-12-24 92 15,-4 4-200-15,4-1-46 16,-7-1-22-16,4 0-29 0,-1-2-70 15,1-1-41-15,-1-1 37 0,1-3-88 16,2-7-392-16,-5 0-33 0,2-5-119 16,-3-2-866-16</inkml:trace>
  <inkml:trace contextRef="#ctx0" brushRef="#br0" timeOffset="3255.96">20119 7662 476 0,'0'0'919'16,"0"0"-662"-16,0 0 6 0,0 0 172 15,19 48-238-15,-12-24-26 0,-1-1-7 16,1-3-97-16,-1 3-35 0,1-6-28 16,2 1-1-16,1-6-3 0,3-5-79 15,0-3 8-15,0-4-42 16,0-3-67-16,0-3 163 0,-1-5-2 15,-2-1-62-15,3 0 20 0,-3-4-20 16,-7 1-110-16,7 0 12 0,-7 0-22 16,0-1-144-16,0 4 29 15,-3 4 33-15,4 1 15 0,-4 4 268 16,0 0 85-16,0 3 202 0,0 0-66 16,0 3-45-16,0 8 218 0,-4 6-157 15,1 4 0-15,0 3 113 0,3-2-179 16,0-1-46-16,0-2-9 0,0-1-55 15,0-2-61-15,3-3-54 16,4-1 5-16,-4-5-163 0,0-3-465 16,0-2-337-16</inkml:trace>
  <inkml:trace contextRef="#ctx0" brushRef="#br0" timeOffset="3426.27">20526 7642 1125 0,'0'0'517'15,"0"45"-33"-15,0-22-231 16,0 0-8-16,0 0 10 0,0-2-172 16,0-1-83-16,3 0-77 0,-3-2-103 15,3-2-188-15,1-5-975 0</inkml:trace>
  <inkml:trace contextRef="#ctx0" brushRef="#br0" timeOffset="3645.85">20403 7566 1867 0,'0'0'181'0,"0"0"-126"16,42 0 72-16,-26-1-92 0,0-1-18 16,4-1-17-16,-4 3-40 0,7 0-70 15,-7 0-189-15,-3 2-381 16,0 1-397-16</inkml:trace>
  <inkml:trace contextRef="#ctx0" brushRef="#br0" timeOffset="3830.53">20713 7638 1647 0,'0'0'324'0,"-3"41"95"0,-3-16 90 15,-1 0-240-15,1 2-33 0,-1-2-23 16,1-2-62-16,2 2-94 0,4-2-25 16,-3-2-36-16,3-2 4 0,3-6-217 15,-3-6 77-15,4-2-82 16,-1-5-388-16,0 0 187 0,4-2 11 15,-1-9-340-15,7 0 260 0,-3-6-93 0</inkml:trace>
  <inkml:trace contextRef="#ctx0" brushRef="#br0" timeOffset="4274.57">20817 7611 960 0,'0'0'335'15,"0"0"20"-15,0 0 239 0,0 0-209 16,0 55-60-16,-4-30 58 15,4 2-182-15,0-5-56 0,0 1-50 16,4-2-13-16,2-3-82 0,0-2-77 16,7-3 75-16,0-2-43 0,3-4-86 15,1-4 130-15,-1-3 1 0,0 0-9 16,0-2 9-16,-3-1 0 0,-3-2 0 16,-1 0 0-16,-5 3 0 0,-1-1-36 15,3 0 23-15,-3 1 13 16,-3 1-9-16,0-1 9 0,-3 1 0 15,-6-1-7-15,-4 2 7 0,0 0 0 16,-3-1 2-16,6 1 39 0,0 0-41 16,7 0 26-16,0-2-26 15,-7-1 0-15,10-2-121 0,0-4 77 16,7-3-74-16,2-4-125 0,7 2 195 16,1-1-3-16,2 4-65 0,-3 1 97 15,3-1 16-15,-2 3 3 16,-1 5 58-16,-3 3 25 0,0 1 90 15,-1 7-48-15,-5 4 2 0,-1 2 32 16,-6 6 18-16,0-3-23 0,0 3-75 16,0 0 19-16,-6-4-98 0,3-1-58 15,-1-2 43-15,1-4-67 0,0-2-347 16,0-3 72-16,3-1-335 0,0-2-1416 16</inkml:trace>
  <inkml:trace contextRef="#ctx0" brushRef="#br0" timeOffset="5172.75">21769 7693 1231 0,'0'0'296'0,"0"0"-205"0,0 0 7 15,0 0 3-15,0 0-69 0,0 0-19 16,0 0-7-16,0 0-5 0,13 34 2 16,-9-28 120-16,-4 1 4 15,3 4 15-15,-3 6 111 0,3 4-82 16,-3 2-4-16,0-3 16 0,-3 2-87 16,0-1-38-16,3-3-52 0,-4-3 42 15,1-4-48-15,0-3-3 16,3-3 3-16,0-2 0 0,0-1-19 15,0-1 19-15,0-1 0 0,3-10 1 16,0-4 18-16,4-7-19 0,-1-2 3 16,4-1-3-16,-4 1 0 0,1 0-32 15,-1-2 31-15,1 2 1 0,-1 0-45 16,1 3 45-16,2 4 0 0,1 2-15 16,0 6 15-16,-4 3 7 0,-3 3-1 15,4 2 74-15,-4 3-16 0,7 8-4 16,-1 9 80-16,1 6-7 15,-3 5-3-15,-1 1-14 0,-3 0-110 16,1 0 35-16,-1 0-9 0,0 1-32 16,3-5-41-16,-2 0 22 15,-1-3-6-15,3-5-227 0,-2-4 138 16,-1-4-71-16,-3-3-247 0,3-6 184 16,-3-1-17-16,0-2-120 0,0 0 154 15,-3-3-65-15,0-3-665 16</inkml:trace>
  <inkml:trace contextRef="#ctx0" brushRef="#br0" timeOffset="5332.96">21834 7816 2119 0,'0'0'385'0,"0"0"21"0,0 0-182 0,0 0-67 0,0 0-8 0,0 0-66 0,39 11-83 16,-26-10-45-16,0-1 20 0,-1-1-125 15,-5 0-385-15,-4-2-17 0,0 1-254 16</inkml:trace>
  <inkml:trace contextRef="#ctx0" brushRef="#br0" timeOffset="5611.76">21873 7508 95 0,'0'0'1270'0,"29"-35"-893"16,-16 17-117-16,-4 5-40 0,-2 0 46 16,-4 4-202-16,-3 4-38 0,0-2 3 15,0 4 16-15,-6 2 39 0,-1 0 109 16,1 1-65-16,-1 1-64 15,-2 5-64-15,-1 7-2 0,0 4-27 16,4 5-51-16,2-1 0 0,4-2-177 16,0-2-637-16,4-4-243 0</inkml:trace>
  <inkml:trace contextRef="#ctx0" brushRef="#br0" timeOffset="5993.59">22535 7621 1755 0,'0'0'153'16,"0"0"161"-16,26 50 194 0,-17-26-303 15,-2 2-38-15,3-1 25 0,-4 3-71 16,0-1-83-16,1-3-16 0,-4 0-25 15,4-3 3-15,-4-5-264 16,0-3 62-16,0-5-126 0,-3-6-592 16,0-1-117-16,0-2 316 0</inkml:trace>
  <inkml:trace contextRef="#ctx0" brushRef="#br0" timeOffset="6264.55">22609 7746 1996 0,'0'0'418'0,"0"0"-137"0,0 0-84 16,42 2-69-16,-26-9-61 15,0-1-57-15,1-4-10 0,-5 0 0 16,1-3-84-16,0-1-218 0,-3 2 144 16,0-3 13-16,-1 3 2 0,-5-2 98 15,2 5 45-15,-3 4 23 0,-3 1-7 16,4 2 20-16,-4 3 61 15,0 1-13-15,0 9 0 0,0 5 299 16,0 10-181-16,-7 2-68 0,7 3-39 16,-3-1-15-16,3-1-80 0,0 0-18 15,6 2 17-15,1-4-109 0,2-2-522 16,-2-9-502-16,-1 0-209 0</inkml:trace>
  <inkml:trace contextRef="#ctx0" brushRef="#br0" timeOffset="6523.78">22906 7878 1298 0,'0'0'313'0,"0"0"-82"16,0 0-63-16,16-41-165 15,-9 20-2-15,3-4 0 0,-1-2-1 16,1-2-2-16,0 1-4 0,6 1 3 16,-7 3-17-16,4 1 2 0,0 5 18 15,-3 4 18-15,0 6 135 0,-4 4-30 16,-3 2 29-16,4 2 174 15,-1 4-82-15,1 9-23 0,-1 7-90 16,4 8-19-16,-4 3-43 0,-2 0-53 16,-1 1 48-16,3-3-64 0,-2 0-38 15,-1-1 22-15,3-2-16 0,-3-4-267 16,4-3 4-16,-7-1-256 0,3-8-954 16</inkml:trace>
  <inkml:trace contextRef="#ctx0" brushRef="#br0" timeOffset="6725.78">22929 7737 2569 0,'0'0'261'16,"0"0"-36"-16,0 0-55 0,0 0-8 15,48 3-50-15,-22 1-106 0,0-2 32 16,0 1-38-16,0 1-177 0,3-1 17 15,0 0-102-15,-3-1-688 16,-4 1-444-16</inkml:trace>
  <inkml:trace contextRef="#ctx0" brushRef="#br0" timeOffset="7664.79">20061 8397 1891 0,'0'0'480'0,"9"56"-208"0,-2-24-76 15,-1-4-68-15,1-2-89 0,-1-1-13 16,-2-3-26-16,2-8-164 0,-6-2-103 16,0-4-31-16,6-6-208 15,-6-2 165-15,0 0-27 0,0 0 173 0,-6-5 182 16,3-8 26-16,-10-4 225 0,-3-5-62 15,0 0 3-15,-1-1 143 16,1 1-166-16,0-1 3 0,-3 0 77 16,-1-3-119-16,4 1-53 0,6-1-64 15,4 1 0-15,6 4-22 0,3 3 22 16,10-2 132-16,0 4 26 0,6-1 92 16,4 5-42-16,3-1-7 0,0 5 36 15,0 4-51-15,-7 3-76 16,7 2-88-16,-10 3 79 0,-3 4-101 15,-7 4 44-15,1 0-41 0,-4 3-3 16,-3 2 18-16,-3-2-55 16,-4 0 37-16,-2 1-261 0,-1-3 164 0,0-2-58 15,-3-4-271-15,7-1 77 16,-1-5-155-16,1 0-750 0</inkml:trace>
  <inkml:trace contextRef="#ctx0" brushRef="#br0" timeOffset="8050.36">20303 8309 153 0,'0'0'1502'0,"0"0"-992"16,29 52-199-16,-29-32-130 0,3 1-10 15,-3-3-17-15,0 0-35 0,-3-3-10 16,-3-2-45-16,2-3-64 0,1-1 22 16,0-5-22-16,0 0 0 15,-7-3-39-15,10-1 36 0,-6-2 3 16,2-8-57-16,1-9 54 0,0-3 3 15,3-3-48-15,3 0 48 0,0-1 0 16,4 0-29-16,2 2 26 16,8 2 3-16,2 2-23 0,0 4 23 0,1 3 64 15,2 2 77-15,-5 4 12 16,2 5-33-16,-6 2-31 0,0 2 15 16,-7 4-88-16,-3 0 18 0,1 6-2 15,-4 1-32-15,-4 5 19 0,-2-1-13 16,-7-1-6-16,0 0-69 0,-3 0 66 15,-3 1 3-15,-1 0-73 16,1-1 54-16,3 0 19 0,0-1-88 16,3-2 88-16,3 0 0 0,10-1 16 15,-3 0-16-15,3 0 0 0,6 0 22 16,4-4-19-16,3 2-3 0,0-7-113 16,6 1 62-16,-3-4-156 15,4-3-489-15,-1-3 162 0,-6-2-230 16</inkml:trace>
  <inkml:trace contextRef="#ctx0" brushRef="#br0" timeOffset="8299.04">20578 8329 1141 0,'0'0'371'0,"0"0"253"0,0 0-320 16,0 0-36-16,0 53 134 0,0-29-179 15,0-1-29-15,6-3-20 0,0-3-48 16,7-2-53-16,-3-7-36 0,3-2 48 15,3-4-85-15,0-2 16 16,0-8-16-16,1-4 0 0,-1-2 26 16,-3-1-20-16,-4-4-6 0,1 2 6 15,-7-2-6-15,-3 1 0 0,0 2-113 16,-3-2 98-16,-7 3-23 0,-3 0-220 16,-6-1 96-16,6 3-70 0,-6 2-468 15,9 1-42-15,0 5-334 16</inkml:trace>
  <inkml:trace contextRef="#ctx0" brushRef="#br0" timeOffset="8657">20965 8184 813 0,'0'0'397'0,"0"0"-51"0,0 0-203 15,0 0-26-15,0 0 116 0,0 0 33 16,0 0-104-16,0 0-107 15,-48 45-54-15,25-29 0 0,7-3-1 16,0 2 22-16,0 1 14 0,6-1 77 16,3 1-4-16,4 0-15 0,3-2-40 15,10-1-35-15,3-3-19 0,3-1 0 16,3 1 36-16,1-4 18 0,-1 3-35 16,1 1 49-16,-4 1-37 15,-3 0-31-15,-1-1 115 0,-2 2-10 0,-3-1-31 16,-4 0 14-16,-3 0-72 15,0 0 16-15,-7-1 3 0,-6-2-35 16,7 1-37-16,-4-2 36 16,1-3-68-16,2-3-236 0,-2-1 110 0,2-3-124 15,1-8-662-15,-1 1-109 16,4-5 433-16</inkml:trace>
  <inkml:trace contextRef="#ctx0" brushRef="#br0" timeOffset="8859.86">21194 8237 1357 0,'0'0'1020'0,"36"-5"-511"16,-20 5-281-16,-3 1-123 0,-3 3-18 15,-4 0 24-15,1 1-41 0,-4 1-7 16,7 4 35-16,-4 6-79 0,0 0 4 16,1 3 21-16,-4-3-44 15,-3 0 28-15,0-1 4 0,0 0-32 16,0 2 34-16,0-3-31 0,-3 1-3 15,0 0-75-15,-1-4 74 0,1 1-135 16,-3-4-335-16,3-1 47 16,-4-4-294-16,7 2-1175 0</inkml:trace>
  <inkml:trace contextRef="#ctx0" brushRef="#br0" timeOffset="9210">21240 8339 790 0,'0'0'1827'0,"35"-3"-1297"16,-12 2-205-16,-1 1-116 0,1 0-80 16,0 0-12-16,2-1-117 0,-2-2 15 15,0 1-46-15,-1-1-10 0,-2 1-265 16,-1 1 208-16,-3-2-58 0,-3 1-187 16,0-1 189-16,-3 1-87 0,-1 1-303 15,-5-2 219-15,-1 3 32 0,0 0-117 16,-3 0 351-16,0 0 59 15,0 5 414-15,-3 4-47 0,-4 6-71 16,1 1 170-16,-4 4-249 0,4 0-12 16,-1 0 116-16,1 1-130 15,-1-1-112-15,4-2-59 0,3-2 8 16,3-5-28-16,4-2-71 0,3 0 69 16,-1-5-71-16,4-4-138 0,0 0 189 15,3-2 20-15,-3-3-72 0,0-3 17 16,-3 0-94-16,-1 3-375 0,-5-1 98 15,2 1-151-15,-3-2-770 16</inkml:trace>
  <inkml:trace contextRef="#ctx0" brushRef="#br0" timeOffset="9388.04">21592 8385 2058 0,'0'0'894'0,"0"0"-554"0,42 3-184 15,-33-5-140-15,4-2 28 0,-3-3-44 16,0 1-218-16,-7 0-48 16,0-3-200-16,4 1-660 0,-4 0 84 15</inkml:trace>
  <inkml:trace contextRef="#ctx0" brushRef="#br0" timeOffset="9542.89">21592 8269 1582 0,'0'0'357'0,"0"0"110"16,0 0-248-16,0 0-51 0,0 0 2 16,45-6-86-16,-29 1-84 0,0-1-26 15,-3 1 23-15,3-1-177 0,0 0-534 16,-3 2 571-16,0-1 17 0,0 3-554 16,-3 0 338-16,0 1 87 0,-10 1-323 15</inkml:trace>
  <inkml:trace contextRef="#ctx0" brushRef="#br0" timeOffset="9844.42">21786 8235 193 0,'0'0'600'16,"0"0"149"-16,0 0-482 0,-13 43-30 16,6-28 168-16,7 1-153 15,-3 4-37-15,3 0 50 0,0 2-64 16,0 0-26-16,0-2-4 0,3-1-30 16,4 0-109-16,-4-5 5 0,0 2-20 15,4-9-17-15,-1 0-154 16,-3-5 119-16,4-2-21 0,-1 0 18 15,4-2 38-15,6-7 0 0,0-3-7 16,-3 0-18-16,0-2 25 0,0 2-79 16,-3 0 79-16,-1 1 0 0,1 3-60 15,0 0 60-15,-4 4 0 0,1 3 2 16,-1 0 7-16,-3 1 45 0,4 5 70 16,-1 5 77-16,1 5-53 15,-1 4 15-15,-3-1 5 0,4-1-165 16,-4-3 62-16,3 1-68 0,-2-4 3 15,-1-6-252-15,0 2 95 0,4-4-164 16,-4 0-881-16,0 2-204 0</inkml:trace>
  <inkml:trace contextRef="#ctx0" brushRef="#br0" timeOffset="10329.02">22167 8329 1670 0,'0'0'277'0,"0"0"18"0,0 0 109 0,0 0-169 0,29 46-40 0,-23-19 58 16,-3 1-27-16,1 1-37 0,-4-3-97 16,0-4-17-16,0 0-75 15,0-5-88-15,0-1 53 0,0-5-107 16,0-6-335-16,0 0 89 0,0-4-164 15,-4-1-628-15,4 0 168 0</inkml:trace>
  <inkml:trace contextRef="#ctx0" brushRef="#br0" timeOffset="10499.89">22073 8272 2505 0,'0'0'200'0,"0"0"6"0,52-7 9 16,-33 3-123-16,0 3-92 0,1-1 23 16,6 1-46-16,-7 2 23 0,4-1-417 15,-7 0-209-15,-3 0-555 0</inkml:trace>
  <inkml:trace contextRef="#ctx0" brushRef="#br0" timeOffset="10859.04">22441 8266 1729 0,'0'0'247'0,"0"0"51"0,0 0 96 16,39 12-207-16,-33-1-14 0,1 6 115 16,-1 2-40-16,-2 5-49 0,-4 0-79 15,0 1 12-15,0 2-120 0,0-3 39 16,0-1-26-16,0-2-25 0,0-5-22 16,3 1 22-16,3-6 0 15,-6-3-75-15,7-2 50 0,-4-3 25 16,3-2-129-16,11 0 117 0,-5-4-13 15,8-7-171-15,-1-2 107 0,-3-1-121 16,1-1-486-16,-5-2 111 16,1-1-111-16,-3 2-647 0</inkml:trace>
  <inkml:trace contextRef="#ctx0" brushRef="#br0" timeOffset="11081.54">22735 8300 1711 0,'0'0'904'15,"0"0"-714"-15,-6 34-43 0,2-19 71 16,4 4-71-16,-3-4-64 0,3 0-61 16,0 1 13-16,0-1-35 0,3-3 2 15,1 2 14-15,2-3-16 0,-3 1 3 16,4-2-5-16,2-1 2 0,-2-3-51 16,6-2 50-16,0-1 1 0,0-1-153 15,-4-2 42-15,4 0-66 16,-3-3-244-16,0 1 120 0,-4-1-101 15,-6-1-816-15,7-2 577 0</inkml:trace>
  <inkml:trace contextRef="#ctx0" brushRef="#br0" timeOffset="11252.38">22806 8393 1228 0,'0'0'543'0,"0"0"-264"0,0 0-29 16,0 0-159-16,0 0-30 0,0 0-15 16,36 0-46-16,-33-7-19 0,0 3-428 15,0-5-89-15,-3 2-223 0</inkml:trace>
  <inkml:trace contextRef="#ctx0" brushRef="#br0" timeOffset="11496.87">22832 8254 859 0,'0'0'950'0,"0"0"-512"16,45 14-163-16,-29-10-49 0,1 1-101 15,-1 0-35-15,-3 1-48 0,-1-1-7 16,-2 5-35-16,0 0-48 0,0 1 48 16,-4 3 0-16,-3-1-40 0,0 4 40 15,1-2-3-15,-4 0-10 0,0 0 13 16,0 0 0-16,0-3-10 15,-4 0-3-15,1-3 13 0,0-5-338 16,0 0-112-16,3-4-79 0,-3 0-504 16,-1 0 508-16</inkml:trace>
  <inkml:trace contextRef="#ctx0" brushRef="#br0" timeOffset="11699.93">22977 8289 43 0,'0'0'1058'16,"52"-9"-96"-16,-26 9-505 0,0 8-74 15,-4 4 33-15,1 2-184 0,-4 2-48 16,-3 4-5-16,-3 2-27 0,-3 1-68 16,0-1-78-16,-7 1 88 0,0 0-94 15,-3-1 28-15,0-3-30 16,-3-1 2-16,-7-1-197 0,1-2 185 16,-1-3-39-16,-3-1-141 0,3-2 157 15,1-3-100-15,-4-2-429 0,6-3-31 16,1-1-465-16</inkml:trace>
  <inkml:trace contextRef="#ctx0" brushRef="#br0" timeOffset="12117.66">23349 8337 1891 0,'0'0'344'0,"0"0"15"0,0 0 37 16,0 0-198-16,0 0-38 0,29 46 9 15,-23-23-8-15,-2-1-66 0,-1 2-61 16,0-5 61-16,-3-1-95 0,3-1 40 16,4-3-40-16,-4-1 0 15,0-3-40-15,4-3 27 0,-4-3 13 16,3-3-94-16,-2 1 68 0,5-2 26 15,1 0-183-15,3-6 101 0,-3-5-138 16,-1-1-690-16,-2 2-242 16,-4-1-34-16</inkml:trace>
  <inkml:trace contextRef="#ctx0" brushRef="#br0" timeOffset="12252.39">23436 8430 1330 0,'0'0'790'0,"0"0"-189"16,39-3-427-16,-30-3-94 0,1 0-70 16,0-3 15-16,-4 0-25 0,1-2-257 15,-1 4-198-15,-6 0-266 0</inkml:trace>
  <inkml:trace contextRef="#ctx0" brushRef="#br0" timeOffset="12457.75">23497 8314 303 0,'0'0'685'0,"0"0"-421"16,33 9-59-16,-20-5 123 0,-1 4-136 15,-5-3-43-15,6 5 62 0,-7 2-130 16,1 0-20-16,-1 2 30 0,-3 2-16 16,-3-3-8-16,4 2-47 0,-4 0-20 15,0-2 0-15,-4-1-152 16,1 0-16-16,0-4-58 0,0-2-239 15,3-1 72-15,-3-3-31 0,-1 1-221 16</inkml:trace>
  <inkml:trace contextRef="#ctx0" brushRef="#br0" timeOffset="12737.87">23633 8356 336 0,'0'0'505'0,"42"-41"436"16,-19 28-448-16,-4 2-66 15,0 3 108-15,-2 6-318 0,-1 1-96 16,-7 1-74-16,1 3 42 0,-4 2-89 15,1 2 22-15,-7 6-22 0,0 2 0 16,-3 1-89-16,-7-1 23 0,4 1-71 16,-4-2-124-16,0 4 210 0,1-4-7 15,-1 0-45-15,0 2 65 16,7-2 9-16,0-1 29 0,-1 0 109 16,4-1 13-16,0 0-7 15,0-1-29-15,4-3-86 0,2-2 19 0,4 2-41 16,3-2 22-16,3-2-248 15,0-3 49-15,3-1-201 0,-2-1-837 16,-5-2 16-16</inkml:trace>
  <inkml:trace contextRef="#ctx0" brushRef="#br0" timeOffset="13395.66">24169 8341 1950 0,'0'0'437'0,"10"42"-191"15,-7-18 194-15,0-3-321 0,-3-1-30 16,0-3-63-16,0 0-14 0,0-4-12 15,0-3-291-15,0-3-7 0,-3-3-48 16,0-2-147-16,0-1 237 0,-4-1 96 16,1-3-68-16,-1-7 66 0,-2-4 162 15,-1-5 19-15,3-1 43 16,-2-1 49-16,2 1-30 0,4-4-81 16,-3 0 13-16,6-1 16 15,0 1-9-15,6 1-20 0,7 4-49 0,3 3 49 16,3 4 65-16,1 2 225 15,-1 2-47-15,4 4 124 0,-4 3 181 16,4 1-272-16,-4 0-50 0,-3 5 12 16,1 3-64-16,-8 2-67 0,-2 2-85 15,-1 2 81-15,-6-1-93 0,0 5 25 16,-6-3 9-16,-1 3-44 0,-2-3-66 16,-4 1 46-16,-4 0 17 0,5-2-116 15,-1-1 107-15,0 0 12 16,3 1-16-16,4-2 16 0,2 1 0 15,4-2-41-15,0 1 41 0,7-4 0 16,-1-1-43-16,7 1 43 16,-3-5 0-16,3 3-22 0,0-6-3 15,0 0 25-15,0-1-288 0,-1-6 74 16,-2-2-180-16,3-2-859 0,-3 0-184 16</inkml:trace>
  <inkml:trace contextRef="#ctx0" brushRef="#br0" timeOffset="13653.5">24440 8349 1620 0,'0'0'367'16,"-9"39"-27"-16,6-19 38 0,-1-1-169 0,1-5-26 0,3-1 47 16,3-4-93-16,4-1-137 0,-1-5 31 15,7-3-31-15,0-3 16 16,3-6-3-16,0-5 110 0,1-2-40 15,-8 1-65-15,1 0 64 0,-4-3-82 16,1 4 10-16,-7-4-10 0,0 4 0 16,0-2-196-16,-3 0 3 0,-7 2-148 15,0 0-857-15,4 4-291 16</inkml:trace>
  <inkml:trace contextRef="#ctx0" brushRef="#br0" timeOffset="13868.81">24641 8331 1405 0,'0'0'241'0,"3"45"31"0,-10-23-31 15,4-2-190-15,0-1-15 0,0-3-20 16,0 0-13-16,3-2-1 0,0-3-2 16,3 0 16-16,3-4 23 15,4 1 54-15,0-5-54 0,6 0 19 16,0-3 55-16,0-2-64 0,3-2-49 15,1-6-123-15,-1 1-136 0,1 0-87 16,-4-6-539-16,0 5 246 0</inkml:trace>
  <inkml:trace contextRef="#ctx0" brushRef="#br0" timeOffset="14065.92">24896 8303 1170 0,'0'0'1145'0,"0"0"-819"0,-13 40 64 16,6-19-179-16,1 0-14 0,3 1 79 16,0-1-68-16,3-1-76 0,0-2-91 15,0 1 71-15,6-6-112 0,-3-2 19 16,7 0-22-16,0-7 3 0,3-2-156 16,-1-2 130-16,1-4-93 0,-3-2-317 15,3-2 213-15,-3-2-113 16,-1-1-530-16,1-2 187 0,0 2-44 15</inkml:trace>
  <inkml:trace contextRef="#ctx0" brushRef="#br0" timeOffset="14318.3">25096 8258 1480 0,'0'0'1099'0,"0"0"-690"15,0 0-124-15,0 0-12 0,-16 42-89 16,10-27-43-16,-1 2-25 15,4-1 14-15,0 0-90 0,-1 0-15 16,4 0 44-16,0-3-69 0,4 2 37 16,2-3-34-16,-3-6-3 0,7 4-6 15,0-4 6-15,3-3 0 0,0-1-86 16,-1-2 64-16,1-1-9 0,0-3-249 16,0-2 110-16,-3-2-192 15,0-1-929-15,-7 1-50 0,3-2 639 0</inkml:trace>
  <inkml:trace contextRef="#ctx0" brushRef="#br0" timeOffset="14456.59">25196 8349 310 0,'0'0'958'0,"0"0"-958"15,0 0-7-15,39-10-654 0,-36 7 68 16</inkml:trace>
  <inkml:trace contextRef="#ctx0" brushRef="#br0" timeOffset="14611.58">25154 8200 1482 0,'0'0'1157'16,"0"0"-576"-16,39 15-434 0,-26-14-141 15,0 0 23-15,0-1-29 0,3 0 0 16,3-3-108-16,1-1-55 16,-1-3-90-16,4 1-438 0,-10-1-607 15</inkml:trace>
  <inkml:trace contextRef="#ctx0" brushRef="#br0" timeOffset="15314.43">25574 7549 2357 0,'0'0'284'15,"0"0"12"-15,0 0-23 0,0 0-107 16,0 0-30-16,36 4 13 15,-17 6 6-15,-3 4-55 0,4 8-78 16,-4 2 75-16,3 9-14 0,-3 9 85 16,0 6 58-16,-3 9-111 0,-3 11-69 15,-7 7 107-15,-3 10-153 0,-6 4 62 16,-4-2-44-16,-6-5-18 0,0-9-186 16,3-8 185-16,-3-9-143 15,3-10-462-15,0-10 202 0,-3-6-138 0,6-13-1705 16</inkml:trace>
  <inkml:trace contextRef="#ctx0" brushRef="#br0" timeOffset="27149.71">20267 8995 378 0,'0'0'72'0,"0"0"746"0,0 0-424 16,0 0 2-16,0 0-169 15,0 0-62-15,0 0 99 0,0 0-99 16,0 0-27-16,-3-20 34 0,3 20-47 16,0 0-45-16,0 0-55 15,0 0-25-15,0 0-10 0,0 1-72 16,3 7 82-16,1 5 44 0,2 10 33 15,1 7 43-15,-4 5-18 0,3 5-5 16,-6 1 36-16,0 5-49 0,0 2-74 16,0 1 72-16,-3 0-82 0,0-4-16 15,0-3 14-15,-1-4 2 0,1-6-152 16,3-4 150-16,-3-5-9 0,3-5-80 16,0-3 90-16,3-5 1 15,0-3-66-15,1-2 64 0,2-4 2 16,7-1-3-16,10-1 3 0,2-4 53 15,5-4 7-15,-1 2 72 0,-4 3-85 16,-2-2-25-16,0 4 9 16,-4 0-31-16,-3 1-136 0,0 1 86 15,-6 0-133-15,-4 0-421 0,-2 0-78 16,-4 0-888-16</inkml:trace>
  <inkml:trace contextRef="#ctx0" brushRef="#br0" timeOffset="28282.16">20962 9260 304 0,'0'0'584'0,"0"0"-369"16,0 0-16-16,0 0 97 15,0 0-104-15,0 0 28 0,0 0 66 16,0 0-144-16,0 0-6 0,0 0 41 15,-10-19-71-15,10 18-13 0,0-2 20 16,-3 3-30-16,0 0-45 0,0 0-38 16,-1 3 42-16,-2 2-33 0,-4 0-2 15,0 6 47-15,-2 7 3 0,-1 1 16 16,0 6 58-16,3 2-24 16,0 0 48-16,4 4 2 0,3 2-59 15,-1-1-60-15,4-1 68 0,0-6-106 16,10-6-22-16,0-3 3 0,6-5 19 15,7-4-112-15,-1-4 111 0,1-5 1 16,-1-6-134-16,4-3 132 16,-6-1-27-16,-4-1-56 0,0 1 82 15,-6-2 3-15,-4 1-22 0,-3 0 22 16,0 1 16-16,-3 0 0 0,0-2 53 16,0 1-69-16,-3 1 32 15,0 4-32-15,0 1 0 0,0 3-18 16,-4 0 18-16,4-2 0 0,-4 3 15 15,4 1 17-15,0 0-26 0,3 0 32 16,0 2-51-16,0 0 13 0,0 0-204 16,3 0 182-16,7 5-10 0,3-1 1 15,3 1 31-15,0-2 0 0,0 1-239 16,0-4-73-16,-3 1-135 16,0-1-775-16,-3 0-6 0</inkml:trace>
  <inkml:trace contextRef="#ctx0" brushRef="#br0" timeOffset="28933.25">21227 9347 1785 0,'0'0'312'0,"0"0"-127"0,0 0 25 0,-23 33-149 16,17-15 26-16,2 2 132 15,1 3-23-15,3-1-10 0,3-1 56 16,4 2-68-16,3-2-76 0,6-6-86 15,-3 0 45-15,9-7-57 0,-2-2-25 16,2-5-16-16,-2 0 22 0,-1-6-269 16,-3-3 215-16,-3-2-7 0,-3-5 32 15,-4 1 48-15,-3-1 77 0,-3 1-39 16,-3-3 45-16,-3 5-58 0,-4-4 1 16,0 2-21-16,-6-1-5 15,3 3-156-15,-3 0 92 0,0 1-67 16,10 4-132-16,-1 2 144 0,4 2 0 15,3-3-81-15,0 4 54 0,3-2-149 16,13-1-198-16,-3 1 369 16,7 1 49-16,-8 1 35 0,1 2 40 15,0 0 16-15,-3 6 131 0,0-1 100 16,-4 3 10-16,1 4 154 0,-1 2-220 16,4 3-30-16,-7-2 61 15,3 3-97-15,-2-4-19 0,2 0-39 16,-3-4-10-16,1 0-57 0,-1-3 23 15,-3-5-46-15,0 1-12 0,3-1-205 16,-3-2 128-16,0 0 35 0,0-6-78 16,0-8 42-16,0-3-51 0,-3-4-37 15,0 2 173-15,3 1 28 0,0 1 61 16,3 2-12-16,7 0 32 16,-1 3 116-16,4 1-39 0,0 4-13 15,0 4 26-15,3 2-14 0,-3 1 2 16,0 3 29-16,0 7-45 0,0 1-36 15,-4 2-32-15,1 1 35 0,-3 4-60 16,-1 1-37-16,-3-1 60 16,-3 2-73-16,0-2-12 0,-6 0-17 15,-1 0-3-15,-6-2-178 0,4-4 175 16,-4-1-44-16,3-5-168 16,4-1 145-16,-1-4-48 0,4-1-325 15,-3-2-48-15,2-3-490 0</inkml:trace>
  <inkml:trace contextRef="#ctx0" brushRef="#br0" timeOffset="29316.56">21773 9293 1266 0,'0'0'621'0,"3"33"-313"0,-3-9-39 15,0-1 102-15,0-1-134 0,0 1-51 16,0-2 21-16,0 2-74 16,0-4-79-16,0-2-45 0,3-2 35 15,0-4-44-15,4-5-15 0,-4-3 15 16,0-3 0-16,4 0 12 16,6-2-2-16,-1-8-10 0,1-4-10 15,0-1 7-15,-3-2 3 0,3 1-104 16,-7 0 100-16,4 3-11 0,-7 0-109 15,4 3 124-15,-4 6-22 0,-3 2 22 16,3-1 3-16,-3 1 57 0,0 2 45 16,0 6-32-16,0 5-29 0,-6 10 9 15,-1 1 98-15,4 3-28 0,-3-2-88 16,2-6 46-16,1-2-81 0,3 0-53 16,0-4 31-16,3-3-19 15,1-2-289-15,-1-4 98 0,0-2-137 16,4 0-560-16,-4-1 114 0,6-10-285 0</inkml:trace>
  <inkml:trace contextRef="#ctx0" brushRef="#br0" timeOffset="29628.86">21918 9324 2066 0,'0'0'772'16,"0"0"-586"-16,0 0-170 0,0 0 39 15,0 0 50-15,0 0-22 0,35 15-38 16,-18-15 12-16,2 0-57 0,4 0 29 16,-7 0-26-16,0 0 130 0,3 0-22 15,-6 0-54-15,0 5-57 0,3-1 13 16,-6 0 65-16,0 2 1 0,-1 2-63 16,-2 1 90-16,-4 2-77 0,0 3-6 15,-3 1 42-15,0 0-65 16,-3 2 34-16,-3 0-15 15,2 2-19-15,-5 0-28 0,2 0-9 0,1-2 37 16,2-2-274-16,-2-2 145 16,3-3-137-16,0-3-574 0,3-4-325 15,-4-2-128-15</inkml:trace>
  <inkml:trace contextRef="#ctx0" brushRef="#br0" timeOffset="29954.64">22118 9438 2156 0,'0'0'389'0,"45"-13"-157"0,-19 6-20 16,-3 4-90-16,-4-3-11 0,4 2-12 15,-1-1-22-15,1-1-33 0,-7 2-34 16,0-1 34-16,1 4-44 0,-5 1 13 16,-2 1 44-16,-3 4 25 0,-1-2 45 15,-3 4 43-15,0 4-64 16,1 3-55-16,-4 3 61 0,0 2-108 15,-4-1 42-15,-2-2-11 0,0 0-35 16,2 2-4-16,1-4 4 16,0-4 0-16,3-2-34 0,0-3 34 15,0-1 0-15,3 0-84 0,0-1 65 16,4 0 19-16,-1-1-157 16,1-2 144-16,6-8-87 0,-4-1-162 15,1-4 250-15,0-1-246 0,-7 0-734 16,0 4-127-16,-3 0 9 0</inkml:trace>
  <inkml:trace contextRef="#ctx0" brushRef="#br0" timeOffset="30112.37">22380 9425 1228 0,'0'0'783'0,"0"0"-316"0,0 0-6 16,0 0-269-16,0 0 54 0,0 0 154 16,0 0-168-16,39 13-137 15,-23-12-67-15,-3-1 5 0,0 0-33 16,-1-2-255-16,-2-3 107 0,-3 3-38 15,-1-3-78-15,-6 0-184 0,3 1-230 16,-3-3-656-16,0 3 705 16</inkml:trace>
  <inkml:trace contextRef="#ctx0" brushRef="#br0" timeOffset="30316.39">22461 9352 223 0,'0'0'378'0,"0"0"108"0,0 0-138 16,0 0-16-16,0 0-30 15,0 0-192-15,0 0 33 0,0 0 57 16,0 0-126-16,35-11-19 0,-22 15-23 15,0-3-6-15,0 0-24 0,-3 2 21 16,-4-1 195-16,-3 2 80 0,0 1-167 16,-3 7-55-16,0 1-25 0,0 6 35 15,0-2 62-15,-6 2-57 0,0-4-81 16,-1 2 59-16,-3-3-69 16,7-2-60-16,-3-2 26 0,2-4-187 15,1-4-417-15,3-1 190 0,0-1-106 16,0-1-350-16,0-5 369 0,0-5 24 15</inkml:trace>
  <inkml:trace contextRef="#ctx0" brushRef="#br0" timeOffset="30502.7">22564 9452 705 0,'0'0'1114'0,"39"-4"-317"0,-20 8-408 15,0 4-63-15,1-2 118 0,-1 2-187 16,1-2-93-16,-1-1-80 16,4-3 56-16,-4-2-131 0,-3-1 40 15,3-3-15-15,-2-3-34 0,-4-2 22 16,-1-4-22-16,-2 3 0 0,0-3 31 15,-7 1-25-15,0 0-6 0,-3-1-52 16,0 2 15-16,-3-1 15 0,-3 0-358 16,-1 3 144-16,1 0-147 0,2 4-640 15,1 3-15-15,0-4-64 0</inkml:trace>
  <inkml:trace contextRef="#ctx0" brushRef="#br0" timeOffset="30702.32">22916 9325 1243 0,'0'0'1303'0,"3"36"-914"16,-3-13-56-16,0 0 90 0,0 1-115 15,-3 1-51-15,0 0-80 0,0-1-56 16,-1-2-121-16,4-5-102 16,-3 1 83-16,0-7-152 0,0-4-309 15,-1-2 237-15,4-4-130 0,-3-1-519 16,0 0-337-16</inkml:trace>
  <inkml:trace contextRef="#ctx0" brushRef="#br0" timeOffset="30844.23">22826 9271 1867 0,'0'0'835'0,"0"0"-386"0,42-19-95 0,-23 15-101 15,0 1-105-15,7-2-98 16,3 1-15-16,7 0-70 0,-1-3 35 15,7 0-419-15,3-1 123 0,1 0-189 16,-11 1-1217-16</inkml:trace>
  <inkml:trace contextRef="#ctx0" brushRef="#br0" timeOffset="31515.39">23717 9290 196 0,'0'0'1846'0,"0"0"-1344"15,0 54-100-15,0-29-111 0,0 1 12 16,0 4-54-16,0-2-54 0,3 2-37 15,-3-4-12-15,3-3-146 0,1-6 6 16,-1-4-43-16,-3-5 18 0,3-4-228 16,-3-3 243-16,0-1-21 0,3 0-19 15,-3-6 44-15,4-8 0 0,-4-8 0 16,3-2 0-16,0-2 0 16,-3-1 29-16,3 1-17 0,1 1-12 15,2-3 28-15,4 2-28 0,3 2 0 16,3 4-21-16,0 4 21 0,3 5 26 15,-6 2-1-15,0 5 48 0,-6 3-73 16,-1 1 28-16,-3 0-28 16,0 4 0-16,1 4-8 0,-4 4 8 15,-4 5 0-15,-5 2-121 0,-4 1 62 16,-3-4-26-16,3 1-98 0,-3-4 182 16,6 2-1-16,0-3-1 15,4 3 3-15,3-2 25 0,3 0 19 16,0-2 95-16,3 0-45 0,6 1-59 15,-2-2 88-15,6-3-52 0,-3 2-67 16,2-3 80-16,1-2-84 0,0-2-112 16,0-2 59-16,3 0-105 0,-6-3-258 15,3-5 107-15,-3-2-230 0,-4 3-1137 16</inkml:trace>
  <inkml:trace contextRef="#ctx0" brushRef="#br0" timeOffset="31718.92">24030 9324 1380 0,'0'0'874'0,"-9"38"-535"15,2-15-113-15,4 4-52 0,-7-1-74 16,7 0 8-16,0-3 96 16,0 1-92-16,3-2-112 0,3-1 6 15,0-5-6-15,7-2 0 0,-1-4-73 16,4-4 70-16,0 0-17 0,3-5-196 15,-3-1 72-15,3-4-42 0,-6-2-317 16,-3-1-227-16,2-1-486 0</inkml:trace>
  <inkml:trace contextRef="#ctx0" brushRef="#br0" timeOffset="31917.65">24072 9380 1971 0,'0'0'1368'16,"0"0"-949"-16,0 0-208 0,0 0-48 16,0 0-103-16,0 0-32 0,0 0 12 15,39 20-40-15,-29-19-298 0,-7 0 31 16,3-1-108-16,-2 0-463 0,-4-2 135 16,0-3-78-16</inkml:trace>
  <inkml:trace contextRef="#ctx0" brushRef="#br0" timeOffset="32145.35">24079 9318 810 0,'0'0'329'0,"0"0"130"16,0 0-254-16,0 0-98 0,0 0 3 15,45-34-110-15,-29 30 0 0,3-2-15 16,-6 2 13-16,4 1-1 0,-1 1 3 16,-3 2 40-16,-4 2 125 15,1 2 271-15,0 8-40 0,-4 3-73 16,-3 3 95-16,4 5-128 0,-4 1-78 15,-3 3-41-15,3-1 1 0,-3-1-128 16,0 0 5-16,0 0-21 16,0-3-28-16,0 0-258 0,0-2 186 15,0-4-130-15,0-3-430 0,0-5 208 16,0-5-193-16,0-3-933 16</inkml:trace>
  <inkml:trace contextRef="#ctx0" brushRef="#br0" timeOffset="32299.55">24318 9270 1508 0,'0'0'779'16,"0"0"-394"-16,42-24-109 15,-29 20-7-15,0 0-94 0,3 3-60 0,-3 1-83 16,0 0 12-16,-4 3-44 0,-2 2-114 16,-1-2-36-16,-6 1-263 15,3 2-930-15,-3-1 165 0</inkml:trace>
  <inkml:trace contextRef="#ctx0" brushRef="#br0" timeOffset="32478.94">24237 9452 2346 0,'0'0'449'0,"0"0"-266"16,36 8-151-16,-20-8-32 0,0 0-51 15,-3-1 22-15,3 1-132 0,-6-3-1083 16,2 0-281-16</inkml:trace>
  <inkml:trace contextRef="#ctx0" brushRef="#br0" timeOffset="32664.02">24424 9538 2776 0,'0'0'745'0,"0"0"-338"0,0 0-190 15,0 0-52-15,0 0-103 0,0 0-62 16,0 0-56-16,0 0-485 16,0 0-34-16,39-3-795 0</inkml:trace>
  <inkml:trace contextRef="#ctx0" brushRef="#br0" timeOffset="33425.62">24731 9238 2259 0,'0'0'243'0,"0"0"-66"0,0 0 36 0,3 55-31 16,-3-28 45-16,0 0-23 0,0-1-33 16,4 1-61-16,-4-4-103 15,0 1 43-15,0-1-50 0,0-1-147 16,0-5 17-16,0-4-89 0,0-3-297 15,0-6 207-15,0-2-2 0,0-2 20 16,-4-5 291-16,4-6 42 0,-3-7 13 16,3-4-55-16,-3 0 3 0,0-1 46 15,3 1-23-15,0-2 29 0,0-2 23 16,0 2-49-16,9 0-7 16,4 1 66-16,3 3-30 0,4 3 7 15,-1 0 25-15,1 7-29 0,2 2 10 16,-6 4 42-16,4 2 22 0,-4 2 32 15,-3 7 91-15,0 2-64 0,-4 2-36 16,-2 5 6-16,-7-3 9 16,0 7-51-16,-3-3-79 0,-4 0 66 15,-3 1-109-15,-2-3 22 0,-1-1-66 16,-4-3 32-16,5 0-282 0,-5-2 190 16,5-4-110-16,-1-3-349 15,6-1 104-15,1-1-311 0,2-3-1069 16</inkml:trace>
  <inkml:trace contextRef="#ctx0" brushRef="#br0" timeOffset="33671.12">24996 9255 1129 0,'0'0'329'0,"0"0"382"16,0 0-426-16,23 33-30 0,-20-14 127 16,-3 2-206-16,0 2-71 15,-3-1-44-15,-4-3-1 0,4 2-44 16,0 0 0-16,-4-3 60 0,7 0-3 15,-3-4-16-15,3 0 50 16,0-4-107-16,0-3 41 0,3-1-45 16,4-2 4-16,-1 1-160 0,7 0 71 15,0-1-44-15,0-4-195 0,-3 1 117 16,-1-1-140-16,-5-2-804 16,-1-1 337-16,3-3 188 0</inkml:trace>
  <inkml:trace contextRef="#ctx0" brushRef="#br0" timeOffset="33887.76">25125 9462 250 0,'0'0'421'0,"13"-42"-69"15,-3 20-258-15,-7 3-29 0,3-4-9 16,1 2-24-16,3 2 43 0,-4 2 120 16,4 5-55-16,-4 3 55 0,-3 1 130 15,4 6-125-15,-4-1 30 0,4 2 88 16,2 1-103-16,-2 8 21 0,-1 10 71 16,-3 4-121-16,1 1-82 15,-1 3-92-15,-3-3 90 0,3 0-96 16,0-1 34-16,1-2-5 15,-1 0-35-15,3-3-99 0,-2 1 98 16,2-4-109-16,-6-3-369 0,3-2 166 16,0-4-155-16,-3-4-686 0,0 1 327 15,-6-1 87-15</inkml:trace>
  <inkml:trace contextRef="#ctx0" brushRef="#br0" timeOffset="34377.36">25209 9381 1588 0,'0'0'902'16,"49"-7"-702"-16,-20 3-136 0,-3-4-64 15,-1 0-29-15,1 0-61 0,0-3-68 16,-3 3 158-16,-1 4 0 16,-6 1-117-16,-3 3 33 0,-3 0 3 15,-7 5 81-15,4 5 24 0,-7 5 76 16,0 8 162-16,-4 4 18 0,-2 0-87 15,-4-1 24-15,1 0-83 16,-1-3-45-16,3-4-73 0,-2-2-3 16,2-4-13-16,1-5-213 0,3-5 37 15,-1-1-77-15,1-2-338 0,0-9 131 16,0-7 122-16,3-5 207 16,3-3 131-16,0-1 33 0,4-1-8 15,-1 1-25-15,4 2-20 0,-1 2 4 16,4 5 16-16,4 6 36 0,-5 7 221 15,1 3-4-15,4 4 140 0,-1 6 511 16,-3 4-469-16,6-1-139 0,-3 6 30 16,0-5-87-16,4 3-85 0,-4-6-117 15,3-5 76-15,-3 2-113 0,1-7 10 16,-1-1-10-16,-7-5 0 0,1-4 27 16,0-1-17-16,-7-4-10 15,3-1 36-15,-6-2 19 0,0 0-30 16,0-2 11-16,-3-3 84 0,0-1-120 15,3 1 6-15,-3 1-64 0,3 6 55 16,0 2-343-16,3 4 272 16,-3 3-74-16,3 2-354 0,0 1 92 15,1-2-352-15,-1 3-1649 0</inkml:trace>
  <inkml:trace contextRef="#ctx0" brushRef="#br0" timeOffset="36207.78">20952 9923 1615 0,'0'0'711'16,"0"0"-469"-16,0 0 26 0,0 0-5 15,0 0-94-15,0 0-35 0,0 0 9 16,0 0-29-16,0 0-114 16,0 0 44-16,3-14-44 0,10 38 88 15,0 7 60-15,3 10 44 0,1 4-76 16,-5 0-91-16,5 3 83 15,-1-1-108-15,0-1 44 0,0-6-38 16,3-8-6-16,-2-9-124 0,-1-8 90 16,-3-7-66-16,0-8-98 0,0 0 198 15,-1-8 0-15,-2-8 3 16,0-2 98-16,3-5-101 0,-7-3-15 16,1-1-5-16,-4 1-18 0,-3 2-163 15,-3 3 185-15,-1-1-56 0,1 4-280 16,0 2 61-16,3 1-14 0,0 5-302 15,0 3 55-15,3 2-77 0</inkml:trace>
  <inkml:trace contextRef="#ctx0" brushRef="#br0" timeOffset="36453.19">21366 10080 1172 0,'0'0'333'0,"0"0"141"15,0 0 2-15,0 0-327 0,32 42 47 16,-22-23 103-16,-7-1-101 15,3 3-55-15,-2 0-28 0,-1-1-36 16,-3 3-45-16,0-1-21 0,3 0 35 16,0-2-48-16,-3-2 0 0,3-3 0 15,1-2 0-15,-1-6-45 16,0-1 44-16,4-2 1 0,2-3-60 16,4-1 60-16,0 0 0 0,3-3-12 15,0-3 12-15,-3-1 0 0,0-2-101 16,0 0 31-16,-3 0-121 0,0-1-451 15,-4 1-96-15,-3 1-528 0</inkml:trace>
  <inkml:trace contextRef="#ctx0" brushRef="#br0" timeOffset="36634.11">21472 10194 2570 0,'0'0'113'15,"0"0"16"-15,0 0 6 0,45 2-74 16,-32-8-35-16,0 2-20 0,0-3-12 16,-6 0-65-16,-1-5-765 0,1 5-382 15</inkml:trace>
  <inkml:trace contextRef="#ctx0" brushRef="#br0" timeOffset="36787.44">21485 10031 1688 0,'0'0'321'0,"0"0"-39"0,0 0 32 16,0 0-233-16,0 0 18 0,0 0 104 16,0 0-91-16,42-12-67 0,-19 9-29 15,-1-1 2-15,1 1-18 0,0 0-417 16,-11 2-356-16,5-2-716 0</inkml:trace>
  <inkml:trace contextRef="#ctx0" brushRef="#br0" timeOffset="37220.37">21802 10006 1501 0,'0'0'699'0,"0"0"88"15,-10 52-375-15,10-29-101 0,0 1 38 16,-3-1-99-16,6 2-98 0,3-2-137 15,1-2 59-15,-1-4-74 0,4 0-134 16,3-3 75-16,-3-4-161 0,-1-5-275 16,1-2 260-16,0-3-65 0,-4-8-195 15,4-5 305-15,-4-1 47 0,1-5-6 16,-1 0 127-16,-6 1 22 16,3-2 48-16,-3-2-18 0,0 1-8 15,4 0 5-15,-1-1-25 0,3 7 11 16,4 1 97-16,-3 3 26 15,5 5 45-15,1 5 147 0,0 1-50 16,3 6 8-16,-3 1 68 0,4 7-100 16,-5 1-86-16,-2 1-62 0,-3 3 57 15,-1 0-52-15,-6 1-108 16,0 1 120-16,0-1-123 0,-6 0 46 16,-4-4-37-16,0 1-9 0,-3-3 40 15,4 1-22-15,-8-4-18 0,1-1-21 16,-3-2-19-16,3-4 40 0,0-3-335 15,-1-1 168-15,5-3-94 0,-1-6-593 16,3 2 77-16,0-2-974 0</inkml:trace>
  <inkml:trace contextRef="#ctx0" brushRef="#br0" timeOffset="37735.69">22835 9951 1670 0,'0'0'374'0,"0"0"-82"0,0 0-53 15,0 0-52-15,0 0-49 0,-32 8-29 16,22-3 26-16,-6 6-46 0,3 3-63 15,0 0-10-15,4 3 12 16,-1-1 4-16,3 1-9 0,4 1 56 16,3-1-38-16,3-1-22 0,4 0 92 15,6-2-44-15,0 0-48 16,3-2 85-16,-3 3-38 0,3-3-22 16,-3 2 66-16,0-1-92 0,-7-1 21 15,1 1-8-15,-4-1-31 0,-3-1 22 16,0-2-3-16,-3-1-19 0,-4 1 31 15,-2-4-28-15,-4 1-3 0,0-3-160 16,3-3 66-16,0-7-117 0,1-7-470 16,5-3 66-16,-2 1-499 0</inkml:trace>
  <inkml:trace contextRef="#ctx0" brushRef="#br0" timeOffset="38029.53">22935 9993 427 0,'0'0'1095'0,"0"0"-744"15,46 4-10-15,-37 5-15 0,-2 4-187 16,-1 2 25-16,-3 3 80 0,1 3-87 16,-4 1-46-16,0 2-63 0,0 0 19 15,-7 0-64-15,1-1 23 16,-1 3 2-16,1-3-28 0,-1-3 22 16,1-2-15-16,3-2-7 0,3-5-4 15,0-2 4-15,0-3 0 0,3-2 3 16,3-2 25-16,4 0 13 0,3-2-31 15,6-1 81-15,1-3-43 0,-4-5-39 16,0 0 32-16,0 2-41 0,-3-2-106 16,0-1 62-16,0 1-108 0,0-3-304 15,-3-3 151-15,2 1-183 16,-5 0-1239-16</inkml:trace>
  <inkml:trace contextRef="#ctx0" brushRef="#br0" timeOffset="38253.15">23223 10002 2346 0,'0'0'349'16,"0"0"-11"-16,0 52-19 0,0-24-163 15,3 4-42-15,0 2-3 16,4 0 52-16,-4-2-37 0,3-1-22 16,1-3 55-16,3-6-78 0,-1-5-72 15,1-4 69-15,0-5-78 0,3-5-28 16,-1-3 28-16,-2-1 0 0,3-7 2 15,-3-1 7-15,-1-5-9 0,-2 0-12 16,-1-3-19-16,-2-1 31 0,2-3-246 16,-3-1 152-16,1-1-111 0,-1-2-611 15,-3 5 13-15,3-2-631 0</inkml:trace>
  <inkml:trace contextRef="#ctx0" brushRef="#br0" timeOffset="38492.55">23568 10077 1934 0,'0'0'654'0,"10"40"61"16,-10-16-416-16,0 0-72 0,0-1 44 16,-3-1-53-16,3-1-143 0,0-5-35 15,0 0-40-15,0-6 0 0,0-4-227 16,0-1 115-16,0-5-109 0,3 0-425 15,4-6 158-15,-1-7-295 0,0 0-989 16</inkml:trace>
  <inkml:trace contextRef="#ctx0" brushRef="#br0" timeOffset="38693.23">23733 9973 1091 0,'0'0'1764'0,"0"0"-1179"0,7 33-177 16,-7-8-97-16,0 5-96 15,0-2-17-15,0 2 5 0,0 0-19 16,3-3-184-16,0-2 61 0,0-3-63 16,4-6 2-16,-4-5-232 0,3-2 213 15,-2-4-89-15,-1-2-232 16,-3-3 244-16,3 0-130 0,0-5-575 16,-3-6 232-16,-3-6-198 0,-7-1-506 15</inkml:trace>
  <inkml:trace contextRef="#ctx0" brushRef="#br0" timeOffset="38845.69">23491 9939 2128 0,'0'0'1053'0,"0"0"-757"0,0 0 143 16,0 0-172-16,0 0-96 16,52-15-74-16,-23 14 63 0,0-1-160 15,3-1 40-15,0-2-58 0,4 1 18 16,3-2-300-16,3-1 225 0,0 2-22 15,3-3-179-15,0 1 84 16,0-1-397-16,-9 1-1828 0</inkml:trace>
  <inkml:trace contextRef="#ctx0" brushRef="#br0" timeOffset="39282.15">24379 10323 2889 0,'0'0'170'16,"0"0"9"-16,0 0-172 0,0 0 22 16,0 0-28-16,0 0 8 0,0 0 61 15,0 0-38-15,13-50-22 16,-13 23 28-16,3 2-32 0,-3 0 13 16,0-4 23-16,0-1-30 0,0-3 7 15,-3-2 10-15,3 3-29 0,0 2-30 16,0 5 29-16,6 3 1 0,4 6-82 15,3 2 69-15,6 5 10 0,-2 3 3 16,2 3 76-16,4 3 38 0,2 0-22 16,-2 6 31-16,3-1-123 0,-7 1 37 15,1 1-38-15,-4 0 1 0,-3 0-173 16,-4 0-23-16,-5-1-206 16,-4 1-773-16,0-3-109 0</inkml:trace>
  <inkml:trace contextRef="#ctx0" brushRef="#br0" timeOffset="39706.92">24350 10163 2187 0,'0'0'800'0,"0"0"-549"16,36 14-123-16,-11-12-109 0,1-2 10 15,-3 0-29-15,3 0 0 0,-4 0-47 16,-2 0 31-16,2 5-38 0,-6 1-183 15,1 2 196-15,-4 0 9 0,-4 0 19 16,1-1 13-16,-4-2 3 0,-2 0 13 16,-1-3 19-16,0 1 1 0,-3 0-7 15,3 0 15-15,-3-2-44 16,0-1 2-16,0-7 11 0,0-4-13 16,0-8-48-16,3-4 48 0,4-3-13 15,-1 3-15-15,1-2 28 0,3 1 0 16,2 1 16-16,5 4 9 15,-4 5 23-15,3 4 16 0,-3 4 16 16,0 3-32-16,-1 3-16 0,-2 3 82 16,3 7-19-16,-3 4 92 0,-4 6 20 15,4 4-68-15,-7 1-64 16,4 1 71-16,-1-4-115 0,-3 1 15 16,4-3-30-16,-1-4-16 0,-3 0-289 15,-3-6 100-15,0-2-120 0,0-1-640 16,0-5-185-16,-3 1-170 0</inkml:trace>
  <inkml:trace contextRef="#ctx0" brushRef="#br0" timeOffset="39862.91">24696 10119 1144 0,'0'0'1632'16,"0"0"-1081"-16,0 0-234 0,0 0-187 15,0 0-130-15,45-21 94 0,-19 18-94 16,-4 0 25-16,4 0-56 15,3 1 6-15,-3-1-444 0,3-3 156 16,3 2-98-16,-6-6-688 0,-3 4 61 16</inkml:trace>
  <inkml:trace contextRef="#ctx0" brushRef="#br0" timeOffset="40155.78">25199 9940 1314 0,'0'0'951'16,"0"0"-744"-16,-42 17-29 0,23-7 124 15,0 5-112-15,-1-2-50 0,-2 2-79 16,6 1-33-16,-1 1-28 0,1 1-17 16,7-1 17-16,2 0 83 0,7-3 63 15,0-2 34-15,10 0-73 16,3-3-100-16,0-1 84 0,6-1-51 16,0 2-30-16,-2-1 78 0,-1-3-81 15,0 2 30-15,-3 1-3 0,-4-2-34 16,-2-1 38-16,-1 2 21 15,-6 1-40-15,0-2 12 0,0 3 43 16,-3-2-74-16,-3-1 28 0,-7 5-81 16,0-5 50-16,0-3-435 0,0-4 139 15,3-7-204-15,1-5-996 16,2 3-44-16</inkml:trace>
  <inkml:trace contextRef="#ctx0" brushRef="#br0" timeOffset="40363.25">25264 10058 2190 0,'0'0'941'16,"7"34"-670"-16,-7-14-147 0,0 1-70 15,0-3 41-15,0 0-16 16,0-2-67-16,0 0 21 0,6-5-33 16,4 0-35-16,3-3 35 0,0-4 0 15,3-3 22-15,3-1 29 0,-3-2-32 16,4-3 9-16,-1-1 0 15,0-3-28-15,-3 0-92 0,-3 1 60 16,0-2-103-16,-3 1-381 0,-4 2 89 16,-6 1-233-16,0 1-833 0</inkml:trace>
  <inkml:trace contextRef="#ctx0" brushRef="#br0" timeOffset="40672.35">25338 10108 718 0,'0'0'2238'0,"0"0"-1509"16,39-3-508-16,-26-3-127 0,0-1-91 16,-3-1 98-16,3-1-101 0,-4-1-18 15,-6 2-4-15,4-1-268 16,-7 2-496-16,0 1 471 0,0 1 98 16,0 0 17-16,-7-2 122 0,-2-1 78 15,-1 0 13-15,-6 1 29 0,3 3 42 16,-3 0 178-16,6 3-107 15,4 1-17-15,3 0 116 0,3 0-76 16,-4 0-22-16,4 0 6 0,0 0-58 16,7 0-47-16,2 0-41 0,8-5 72 15,2-2-88-15,0-1 9 16,1 1-49-16,-4-2 33 0,3-1-417 16,1 2 0-16,-7 1-722 0</inkml:trace>
  <inkml:trace contextRef="#ctx0" brushRef="#br0" timeOffset="41267.72">26013 9895 168 0,'0'0'1743'16,"0"0"-1425"-16,0 0-34 0,0 0 90 16,0 0-233-16,0 0-51 0,-9-33-16 15,31 25 50-15,1 1 13 0,6 3 40 16,-3 3-12-16,0 1-61 16,-4 4-20-16,-2 0 46 0,-4 3-130 15,-6-1 46-15,-1 4-30 0,-6 1-16 16,-3 5 28-16,-6 2 19 0,-4-1-47 15,-6 1 43-15,-3 0-12 16,-1 1-31-16,-5 0 22 0,2-1-22 16,-3 1 0-16,7-6-71 0,6-1 71 15,3-6 0-15,7-1-22 16,0-2 21-16,3 0 1 0,6 2-100 16,7 0 100-16,10 0 41 0,-1-2-32 15,1 1 88-15,-4 1-66 0,-3 0-7 16,1 2 66-16,-8 0-80 0,-2 2 36 15,-1-1 13-15,-6 3-59 0,0 1 43 16,-3-1 28-16,-7-1-71 0,1 0-31 16,-1-3 6-16,-3 1-43 0,3-2-351 15,4-1 193-15,-1-3-185 16,1-2-1078-16,6 0-339 0</inkml:trace>
  <inkml:trace contextRef="#ctx0" brushRef="#br0" timeOffset="41419.3">26346 10247 1865 0,'0'0'2027'0,"0"0"-1663"16,0 0-165-16,0 0-42 0,0 0 40 15,0 0-160-15,7 37 18 16,-11-36-110-16,1-1-31 0,0-1-710 16,0-4-241-16,-1-5-915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E301B-B488-462A-AF57-A789C15D0FF3}" type="datetimeFigureOut">
              <a:rPr lang="nb-NO" smtClean="0"/>
              <a:t>11.02.2026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B2471-4BD7-4935-8F73-DB6D9A39FA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79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30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306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7B25B99E-D940-454C-8AC7-D1491EFD4676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119" y="1097280"/>
            <a:ext cx="6766559" cy="5577840"/>
          </a:xfrm>
        </p:spPr>
        <p:txBody>
          <a:bodyPr lIns="45720" rIns="45720"/>
          <a:lstStyle/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Topp 3 årsaker for at du feiler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Prosjektfaser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Leveranser til 9. mars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Prosjektplan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WBS Input til Gantt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 dirty="0"/>
              <a:t>Gantt-diagram og Referanseplan</a:t>
            </a:r>
            <a:endParaRPr lang="nb-NO" dirty="0"/>
          </a:p>
        </p:txBody>
      </p:sp>
      <p:sp>
        <p:nvSpPr>
          <p:cNvPr id="6" name="TextBox 5"/>
          <p:cNvSpPr txBox="1"/>
          <p:nvPr/>
        </p:nvSpPr>
        <p:spPr>
          <a:xfrm>
            <a:off x="5151119" y="0"/>
            <a:ext cx="67665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  <a:latin typeface="Calibri"/>
              </a:rPr>
              <a:t>LOG650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119" y="365760"/>
            <a:ext cx="6766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400" b="0" dirty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1119" y="914400"/>
            <a:ext cx="658367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8BF1C68-C88E-4384-ACCC-3F1A9A0A2E5F}"/>
              </a:ext>
            </a:extLst>
          </p:cNvPr>
          <p:cNvSpPr/>
          <p:nvPr/>
        </p:nvSpPr>
        <p:spPr>
          <a:xfrm>
            <a:off x="1803400" y="2159000"/>
            <a:ext cx="1270000" cy="1270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nb-NO" sz="2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" name="Sirkel: hul 9">
            <a:extLst>
              <a:ext uri="{FF2B5EF4-FFF2-40B4-BE49-F238E27FC236}">
                <a16:creationId xmlns:a16="http://schemas.microsoft.com/office/drawing/2014/main" id="{A2B2B686-4A8B-4293-819F-6B3287205A6B}"/>
              </a:ext>
            </a:extLst>
          </p:cNvPr>
          <p:cNvSpPr/>
          <p:nvPr/>
        </p:nvSpPr>
        <p:spPr>
          <a:xfrm>
            <a:off x="1612900" y="1968500"/>
            <a:ext cx="1651000" cy="1651000"/>
          </a:xfrm>
          <a:prstGeom prst="donut">
            <a:avLst/>
          </a:prstGeom>
          <a:solidFill>
            <a:srgbClr val="60A5FA">
              <a:alpha val="4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C0CFB33-6B2F-4EC9-856E-095F6F46D6A2}"/>
              </a:ext>
            </a:extLst>
          </p:cNvPr>
          <p:cNvSpPr/>
          <p:nvPr/>
        </p:nvSpPr>
        <p:spPr>
          <a:xfrm>
            <a:off x="762000" y="1524000"/>
            <a:ext cx="457200" cy="457200"/>
          </a:xfrm>
          <a:prstGeom prst="ellipse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709F4C5-D7C9-42FD-922B-3A737FF9B23E}"/>
              </a:ext>
            </a:extLst>
          </p:cNvPr>
          <p:cNvSpPr/>
          <p:nvPr/>
        </p:nvSpPr>
        <p:spPr>
          <a:xfrm>
            <a:off x="3429000" y="1524000"/>
            <a:ext cx="457200" cy="4572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59A08DC-E893-4C78-BF6C-C1D8E1C804B4}"/>
              </a:ext>
            </a:extLst>
          </p:cNvPr>
          <p:cNvSpPr/>
          <p:nvPr/>
        </p:nvSpPr>
        <p:spPr>
          <a:xfrm>
            <a:off x="508000" y="3556000"/>
            <a:ext cx="457200" cy="457200"/>
          </a:xfrm>
          <a:prstGeom prst="ellipse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5CD6FC-A4A1-42A2-B7AA-A5294C6E025E}"/>
              </a:ext>
            </a:extLst>
          </p:cNvPr>
          <p:cNvSpPr/>
          <p:nvPr/>
        </p:nvSpPr>
        <p:spPr>
          <a:xfrm>
            <a:off x="3683000" y="3556000"/>
            <a:ext cx="457200" cy="457200"/>
          </a:xfrm>
          <a:prstGeom prst="ellipse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C77084-3626-4886-B0F8-E7E7BD166785}"/>
              </a:ext>
            </a:extLst>
          </p:cNvPr>
          <p:cNvSpPr/>
          <p:nvPr/>
        </p:nvSpPr>
        <p:spPr>
          <a:xfrm>
            <a:off x="2159000" y="762000"/>
            <a:ext cx="457200" cy="457200"/>
          </a:xfrm>
          <a:prstGeom prst="ellipse">
            <a:avLst/>
          </a:prstGeom>
          <a:solidFill>
            <a:srgbClr val="06B6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018E478-4AA5-48EC-9942-A2125ADCDAF4}"/>
              </a:ext>
            </a:extLst>
          </p:cNvPr>
          <p:cNvSpPr/>
          <p:nvPr/>
        </p:nvSpPr>
        <p:spPr>
          <a:xfrm>
            <a:off x="2159000" y="4318000"/>
            <a:ext cx="457200" cy="457200"/>
          </a:xfrm>
          <a:prstGeom prst="ellipse">
            <a:avLst/>
          </a:prstGeom>
          <a:solidFill>
            <a:srgbClr val="EC48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43D168-33FC-4E23-8A83-E9714531D24A}"/>
              </a:ext>
            </a:extLst>
          </p:cNvPr>
          <p:cNvSpPr/>
          <p:nvPr/>
        </p:nvSpPr>
        <p:spPr>
          <a:xfrm>
            <a:off x="355600" y="3683000"/>
            <a:ext cx="558800" cy="279400"/>
          </a:xfrm>
          <a:prstGeom prst="rect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8" name="Kube 17">
            <a:extLst>
              <a:ext uri="{FF2B5EF4-FFF2-40B4-BE49-F238E27FC236}">
                <a16:creationId xmlns:a16="http://schemas.microsoft.com/office/drawing/2014/main" id="{61F0B4C9-1631-4ABD-BC13-460DBD83D9D9}"/>
              </a:ext>
            </a:extLst>
          </p:cNvPr>
          <p:cNvSpPr/>
          <p:nvPr/>
        </p:nvSpPr>
        <p:spPr>
          <a:xfrm>
            <a:off x="3492500" y="1587500"/>
            <a:ext cx="381000" cy="355600"/>
          </a:xfrm>
          <a:prstGeom prst="cube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0B51C08-5086-47CD-996C-4271F4AAF6EA}"/>
              </a:ext>
            </a:extLst>
          </p:cNvPr>
          <p:cNvSpPr/>
          <p:nvPr/>
        </p:nvSpPr>
        <p:spPr>
          <a:xfrm>
            <a:off x="1143000" y="1739900"/>
            <a:ext cx="1143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B7A976CE-ED42-41C2-BDE5-CCF23B592594}"/>
              </a:ext>
            </a:extLst>
          </p:cNvPr>
          <p:cNvSpPr/>
          <p:nvPr/>
        </p:nvSpPr>
        <p:spPr>
          <a:xfrm>
            <a:off x="2667000" y="1739900"/>
            <a:ext cx="10795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B21FC478-E732-405D-AFEA-881B2FBE4C8F}"/>
              </a:ext>
            </a:extLst>
          </p:cNvPr>
          <p:cNvSpPr/>
          <p:nvPr/>
        </p:nvSpPr>
        <p:spPr>
          <a:xfrm>
            <a:off x="2425700" y="1143000"/>
            <a:ext cx="25400" cy="11430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8AFD122F-1054-48A9-9DAF-62D406134991}"/>
              </a:ext>
            </a:extLst>
          </p:cNvPr>
          <p:cNvSpPr/>
          <p:nvPr/>
        </p:nvSpPr>
        <p:spPr>
          <a:xfrm>
            <a:off x="2425700" y="3365500"/>
            <a:ext cx="25400" cy="10795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96A6CD89-5EF6-4B40-B6B2-9E23195A8941}"/>
              </a:ext>
            </a:extLst>
          </p:cNvPr>
          <p:cNvSpPr/>
          <p:nvPr/>
        </p:nvSpPr>
        <p:spPr>
          <a:xfrm>
            <a:off x="10795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47B5A8A5-2429-4A40-88A3-489492E56E6D}"/>
              </a:ext>
            </a:extLst>
          </p:cNvPr>
          <p:cNvSpPr/>
          <p:nvPr/>
        </p:nvSpPr>
        <p:spPr>
          <a:xfrm>
            <a:off x="29210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A34C88A7-7C82-4E49-A8A9-E3B7945B7520}"/>
              </a:ext>
            </a:extLst>
          </p:cNvPr>
          <p:cNvSpPr/>
          <p:nvPr/>
        </p:nvSpPr>
        <p:spPr>
          <a:xfrm>
            <a:off x="10795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806AFDD7-E20B-4FF9-951E-A34B7AF0F3B9}"/>
              </a:ext>
            </a:extLst>
          </p:cNvPr>
          <p:cNvSpPr/>
          <p:nvPr/>
        </p:nvSpPr>
        <p:spPr>
          <a:xfrm>
            <a:off x="29210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DD48B70A-2012-46FA-B84F-3F2F892659FB}"/>
              </a:ext>
            </a:extLst>
          </p:cNvPr>
          <p:cNvSpPr txBox="1"/>
          <p:nvPr/>
        </p:nvSpPr>
        <p:spPr>
          <a:xfrm>
            <a:off x="635000" y="5461000"/>
            <a:ext cx="360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2200" b="1">
                <a:solidFill>
                  <a:srgbClr val="FFFFFF"/>
                </a:solidFill>
              </a:rPr>
              <a:t>Logistikk &amp; AI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54C64632-1320-4858-9E8A-5BA67D89ACE5}"/>
              </a:ext>
            </a:extLst>
          </p:cNvPr>
          <p:cNvSpPr txBox="1"/>
          <p:nvPr/>
        </p:nvSpPr>
        <p:spPr>
          <a:xfrm>
            <a:off x="635000" y="5969000"/>
            <a:ext cx="360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1600">
                <a:solidFill>
                  <a:srgbClr val="CBD5E1"/>
                </a:solidFill>
              </a:rPr>
              <a:t>Forskningsprosjekt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06B7291-9C57-4877-9A6E-AD4596657C02}"/>
              </a:ext>
            </a:extLst>
          </p:cNvPr>
          <p:cNvSpPr/>
          <p:nvPr/>
        </p:nvSpPr>
        <p:spPr>
          <a:xfrm>
            <a:off x="381000" y="101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3638235-D514-4C24-9454-A13F30C92B8E}"/>
              </a:ext>
            </a:extLst>
          </p:cNvPr>
          <p:cNvSpPr/>
          <p:nvPr/>
        </p:nvSpPr>
        <p:spPr>
          <a:xfrm>
            <a:off x="4318000" y="762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C93CF15-C84D-4185-B4E5-3CC694B8D7E5}"/>
              </a:ext>
            </a:extLst>
          </p:cNvPr>
          <p:cNvSpPr/>
          <p:nvPr/>
        </p:nvSpPr>
        <p:spPr>
          <a:xfrm>
            <a:off x="4445000" y="508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43BD2D2-0978-4469-847B-0929DB864290}"/>
              </a:ext>
            </a:extLst>
          </p:cNvPr>
          <p:cNvSpPr/>
          <p:nvPr/>
        </p:nvSpPr>
        <p:spPr>
          <a:xfrm>
            <a:off x="254000" y="5334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1D087C9-EBB3-4DB6-B092-0D937571FBFC}"/>
              </a:ext>
            </a:extLst>
          </p:cNvPr>
          <p:cNvSpPr/>
          <p:nvPr/>
        </p:nvSpPr>
        <p:spPr>
          <a:xfrm>
            <a:off x="1905000" y="635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39BD603-CDF8-4255-84BF-C87BDA3E9CD4}"/>
              </a:ext>
            </a:extLst>
          </p:cNvPr>
          <p:cNvSpPr/>
          <p:nvPr/>
        </p:nvSpPr>
        <p:spPr>
          <a:xfrm>
            <a:off x="3810000" y="2413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441E4D4-DA1D-4338-8D37-FC2883A25F17}"/>
              </a:ext>
            </a:extLst>
          </p:cNvPr>
          <p:cNvSpPr/>
          <p:nvPr/>
        </p:nvSpPr>
        <p:spPr>
          <a:xfrm>
            <a:off x="1016000" y="254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CCCDF97-9F93-44E4-9384-42762C12D036}"/>
              </a:ext>
            </a:extLst>
          </p:cNvPr>
          <p:cNvSpPr/>
          <p:nvPr/>
        </p:nvSpPr>
        <p:spPr>
          <a:xfrm>
            <a:off x="3937000" y="4699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814D4B7-3A02-4E08-A34E-9E6A99604576}"/>
              </a:ext>
            </a:extLst>
          </p:cNvPr>
          <p:cNvSpPr/>
          <p:nvPr/>
        </p:nvSpPr>
        <p:spPr>
          <a:xfrm>
            <a:off x="762000" y="482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1482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1138773"/>
          </a:xfrm>
        </p:spPr>
        <p:txBody>
          <a:bodyPr lIns="45720" rIns="45720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Prosjektledelse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Prosjektplanlegging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Prosjektgjennomføring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 dirty="0">
                <a:solidFill>
                  <a:srgbClr val="FFFFFF"/>
                </a:solidFill>
                <a:latin typeface="Calibri"/>
              </a:rPr>
              <a:t>Topp 3 årsaker for at du feiler i dette faget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pic>
        <p:nvPicPr>
          <p:cNvPr id="10" name="Bilde 9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0221394C-49D7-A2A0-1AFF-A5DE7A9C7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75" y="2337955"/>
            <a:ext cx="5387870" cy="294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4184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 dirty="0">
                <a:solidFill>
                  <a:srgbClr val="FFFFFF"/>
                </a:solidFill>
                <a:latin typeface="Calibri"/>
              </a:rPr>
              <a:t>Prosjektfaser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200" name="Timeline Track"/>
          <p:cNvSpPr/>
          <p:nvPr/>
        </p:nvSpPr>
        <p:spPr>
          <a:xfrm>
            <a:off x="571500" y="3302000"/>
            <a:ext cx="8255000" cy="76200"/>
          </a:xfrm>
          <a:prstGeom prst="roundRect">
            <a:avLst>
              <a:gd name="adj" fmla="val 50000"/>
            </a:avLst>
          </a:prstGeom>
          <a:solidFill>
            <a:srgbClr val="3B4252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01" name="Progress Fill"/>
          <p:cNvSpPr/>
          <p:nvPr/>
        </p:nvSpPr>
        <p:spPr>
          <a:xfrm>
            <a:off x="571500" y="3302000"/>
            <a:ext cx="2193925" cy="76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02" name="Phase Circle 1"/>
          <p:cNvSpPr/>
          <p:nvPr/>
        </p:nvSpPr>
        <p:spPr>
          <a:xfrm>
            <a:off x="1327150" y="311150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3" name="Check 1"/>
          <p:cNvSpPr/>
          <p:nvPr/>
        </p:nvSpPr>
        <p:spPr>
          <a:xfrm>
            <a:off x="1612900" y="3009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nb-NO" sz="1400" b="1" dirty="0">
                <a:solidFill>
                  <a:srgbClr val="2ECC71"/>
                </a:solidFill>
                <a:latin typeface="Calibri"/>
              </a:rPr>
              <a:t>✓</a:t>
            </a:r>
          </a:p>
        </p:txBody>
      </p:sp>
      <p:sp>
        <p:nvSpPr>
          <p:cNvPr id="204" name="Phase Name 1"/>
          <p:cNvSpPr/>
          <p:nvPr/>
        </p:nvSpPr>
        <p:spPr>
          <a:xfrm>
            <a:off x="5715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 dirty="0">
                <a:solidFill>
                  <a:srgbClr val="2ECC71"/>
                </a:solidFill>
                <a:latin typeface="Calibri"/>
              </a:rPr>
              <a:t>Fase 1</a:t>
            </a:r>
          </a:p>
        </p:txBody>
      </p:sp>
      <p:sp>
        <p:nvSpPr>
          <p:cNvPr id="205" name="Phase Desc 1"/>
          <p:cNvSpPr/>
          <p:nvPr/>
        </p:nvSpPr>
        <p:spPr>
          <a:xfrm>
            <a:off x="5715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CBD5E1"/>
                </a:solidFill>
                <a:latin typeface="Calibri"/>
              </a:rPr>
              <a:t>Initiering</a:t>
            </a:r>
          </a:p>
        </p:txBody>
      </p:sp>
      <p:sp>
        <p:nvSpPr>
          <p:cNvPr id="206" name="Phase Date 1"/>
          <p:cNvSpPr/>
          <p:nvPr/>
        </p:nvSpPr>
        <p:spPr>
          <a:xfrm>
            <a:off x="5715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94A3B8"/>
                </a:solidFill>
                <a:latin typeface="Calibri"/>
              </a:rPr>
              <a:t>12. jan - 9. feb</a:t>
            </a:r>
          </a:p>
        </p:txBody>
      </p:sp>
      <p:sp>
        <p:nvSpPr>
          <p:cNvPr id="207" name="Phase Circle 2"/>
          <p:cNvSpPr/>
          <p:nvPr/>
        </p:nvSpPr>
        <p:spPr>
          <a:xfrm>
            <a:off x="3422650" y="3111500"/>
            <a:ext cx="457200" cy="457200"/>
          </a:xfrm>
          <a:prstGeom prst="ellipse">
            <a:avLst/>
          </a:prstGeom>
          <a:solidFill>
            <a:srgbClr val="3B82F6"/>
          </a:solidFill>
          <a:ln w="28575">
            <a:solidFill>
              <a:srgbClr val="60A5FA"/>
            </a:solidFill>
          </a:ln>
          <a:effectLst>
            <a:outerShdw blurRad="127000" algn="ctr" rotWithShape="0">
              <a:srgbClr val="3B82F6">
                <a:alpha val="40000"/>
              </a:srgbClr>
            </a:outerShdw>
          </a:effectLst>
        </p:spPr>
        <p:txBody>
          <a:bodyPr wrap="none" lIns="0" tIns="0" rIns="0" bIns="0" anchor="ctr" anchorCtr="1"/>
          <a:lstStyle/>
          <a:p>
            <a:pPr algn="ctr"/>
            <a:r>
              <a:rPr lang="nb-NO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8" name="YouAreHere"/>
          <p:cNvSpPr/>
          <p:nvPr/>
        </p:nvSpPr>
        <p:spPr>
          <a:xfrm>
            <a:off x="3079750" y="2451100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nb-NO" sz="1400" b="1" dirty="0">
                <a:solidFill>
                  <a:srgbClr val="FFFFFF"/>
                </a:solidFill>
                <a:latin typeface="Calibri"/>
              </a:rPr>
              <a:t>DU ER HER</a:t>
            </a:r>
          </a:p>
        </p:txBody>
      </p:sp>
      <p:sp>
        <p:nvSpPr>
          <p:cNvPr id="209" name="Arrow Down"/>
          <p:cNvSpPr/>
          <p:nvPr/>
        </p:nvSpPr>
        <p:spPr>
          <a:xfrm>
            <a:off x="3562350" y="2806700"/>
            <a:ext cx="177800" cy="124460"/>
          </a:xfrm>
          <a:prstGeom prst="triangle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10" name="Phase Name 2"/>
          <p:cNvSpPr/>
          <p:nvPr/>
        </p:nvSpPr>
        <p:spPr>
          <a:xfrm>
            <a:off x="26670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 dirty="0">
                <a:solidFill>
                  <a:srgbClr val="3B82F6"/>
                </a:solidFill>
                <a:latin typeface="Calibri"/>
              </a:rPr>
              <a:t>Fase 2</a:t>
            </a:r>
          </a:p>
        </p:txBody>
      </p:sp>
      <p:sp>
        <p:nvSpPr>
          <p:cNvPr id="211" name="Phase Desc 2"/>
          <p:cNvSpPr/>
          <p:nvPr/>
        </p:nvSpPr>
        <p:spPr>
          <a:xfrm>
            <a:off x="26670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CBD5E1"/>
                </a:solidFill>
                <a:latin typeface="Calibri"/>
              </a:rPr>
              <a:t>Planlegging</a:t>
            </a:r>
          </a:p>
        </p:txBody>
      </p:sp>
      <p:sp>
        <p:nvSpPr>
          <p:cNvPr id="212" name="Phase Date 2"/>
          <p:cNvSpPr/>
          <p:nvPr/>
        </p:nvSpPr>
        <p:spPr>
          <a:xfrm>
            <a:off x="26670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94A3B8"/>
                </a:solidFill>
                <a:latin typeface="Calibri"/>
              </a:rPr>
              <a:t>9. feb - 9. mar</a:t>
            </a:r>
          </a:p>
        </p:txBody>
      </p:sp>
      <p:sp>
        <p:nvSpPr>
          <p:cNvPr id="213" name="Phase Circle 3"/>
          <p:cNvSpPr/>
          <p:nvPr/>
        </p:nvSpPr>
        <p:spPr>
          <a:xfrm>
            <a:off x="5518150" y="3111500"/>
            <a:ext cx="457200" cy="457200"/>
          </a:xfrm>
          <a:prstGeom prst="ellipse">
            <a:avLst/>
          </a:prstGeom>
          <a:solidFill>
            <a:srgbClr val="3B4252"/>
          </a:solidFill>
          <a:ln w="19050">
            <a:solidFill>
              <a:srgbClr val="64748B"/>
            </a:solidFill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 dirty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214" name="Phase Name 3"/>
          <p:cNvSpPr/>
          <p:nvPr/>
        </p:nvSpPr>
        <p:spPr>
          <a:xfrm>
            <a:off x="47625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 dirty="0">
                <a:solidFill>
                  <a:srgbClr val="94A3B8"/>
                </a:solidFill>
                <a:latin typeface="Calibri"/>
              </a:rPr>
              <a:t>Fase 3</a:t>
            </a:r>
          </a:p>
        </p:txBody>
      </p:sp>
      <p:sp>
        <p:nvSpPr>
          <p:cNvPr id="215" name="Phase Desc 3"/>
          <p:cNvSpPr/>
          <p:nvPr/>
        </p:nvSpPr>
        <p:spPr>
          <a:xfrm>
            <a:off x="47625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64748B"/>
                </a:solidFill>
                <a:latin typeface="Calibri"/>
              </a:rPr>
              <a:t>Gjennomføring</a:t>
            </a:r>
          </a:p>
        </p:txBody>
      </p:sp>
      <p:sp>
        <p:nvSpPr>
          <p:cNvPr id="216" name="Phase Date 3"/>
          <p:cNvSpPr/>
          <p:nvPr/>
        </p:nvSpPr>
        <p:spPr>
          <a:xfrm>
            <a:off x="47625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4B5563"/>
                </a:solidFill>
                <a:latin typeface="Calibri"/>
              </a:rPr>
              <a:t>9. mar - 27. apr</a:t>
            </a:r>
          </a:p>
        </p:txBody>
      </p:sp>
      <p:sp>
        <p:nvSpPr>
          <p:cNvPr id="217" name="Phase Circle 4"/>
          <p:cNvSpPr/>
          <p:nvPr/>
        </p:nvSpPr>
        <p:spPr>
          <a:xfrm>
            <a:off x="7613650" y="3111500"/>
            <a:ext cx="457200" cy="457200"/>
          </a:xfrm>
          <a:prstGeom prst="ellipse">
            <a:avLst/>
          </a:prstGeom>
          <a:solidFill>
            <a:srgbClr val="3B4252"/>
          </a:solidFill>
          <a:ln w="19050">
            <a:solidFill>
              <a:srgbClr val="64748B"/>
            </a:solidFill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 dirty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218" name="Phase Name 4"/>
          <p:cNvSpPr/>
          <p:nvPr/>
        </p:nvSpPr>
        <p:spPr>
          <a:xfrm>
            <a:off x="68580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 dirty="0">
                <a:solidFill>
                  <a:srgbClr val="94A3B8"/>
                </a:solidFill>
                <a:latin typeface="Calibri"/>
              </a:rPr>
              <a:t>Fase 4</a:t>
            </a:r>
          </a:p>
        </p:txBody>
      </p:sp>
      <p:sp>
        <p:nvSpPr>
          <p:cNvPr id="219" name="Phase Desc 4"/>
          <p:cNvSpPr/>
          <p:nvPr/>
        </p:nvSpPr>
        <p:spPr>
          <a:xfrm>
            <a:off x="68580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64748B"/>
                </a:solidFill>
                <a:latin typeface="Calibri"/>
              </a:rPr>
              <a:t>Avslutning</a:t>
            </a:r>
          </a:p>
        </p:txBody>
      </p:sp>
      <p:sp>
        <p:nvSpPr>
          <p:cNvPr id="220" name="Phase Date 4"/>
          <p:cNvSpPr/>
          <p:nvPr/>
        </p:nvSpPr>
        <p:spPr>
          <a:xfrm>
            <a:off x="68580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 dirty="0">
                <a:solidFill>
                  <a:srgbClr val="4B5563"/>
                </a:solidFill>
                <a:latin typeface="Calibri"/>
              </a:rPr>
              <a:t>27. apr - 31. mai</a:t>
            </a:r>
          </a:p>
        </p:txBody>
      </p:sp>
    </p:spTree>
    <p:extLst>
      <p:ext uri="{BB962C8B-B14F-4D97-AF65-F5344CB8AC3E}">
        <p14:creationId xmlns:p14="http://schemas.microsoft.com/office/powerpoint/2010/main" val="166063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852160"/>
          </a:xfrm>
        </p:spPr>
        <p:txBody>
          <a:bodyPr lIns="45720" rIns="45720"/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2 filer:</a:t>
            </a:r>
          </a:p>
          <a:p>
            <a:pPr lvl="1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Prosjektplan</a:t>
            </a:r>
            <a:endParaRPr dirty="0"/>
          </a:p>
          <a:p>
            <a:pPr lvl="1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MS Project Gantt diagram (dere får tilgang til MS </a:t>
            </a:r>
            <a:r>
              <a:rPr lang="nb-NO" dirty="0" err="1"/>
              <a:t>project</a:t>
            </a:r>
            <a:r>
              <a:rPr lang="nb-NO" dirty="0"/>
              <a:t>)</a:t>
            </a:r>
            <a:endParaRPr dirty="0"/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7058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 dirty="0">
                <a:solidFill>
                  <a:srgbClr val="FFFFFF"/>
                </a:solidFill>
                <a:latin typeface="Calibri"/>
              </a:rPr>
              <a:t>Leveranser til 9 mars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dirty="0">
                <a:solidFill>
                  <a:srgbClr val="FFFFFF"/>
                </a:solidFill>
                <a:latin typeface="Calibri"/>
              </a:rPr>
              <a:t>Fase 2: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Planlegging</a:t>
            </a:r>
            <a:endParaRPr sz="900" b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3" name="Bilde 12" descr="Et bilde som inneholder tekst, skjermbilde, design&#10;&#10;KI-generert innhold kan være feil.">
            <a:extLst>
              <a:ext uri="{FF2B5EF4-FFF2-40B4-BE49-F238E27FC236}">
                <a16:creationId xmlns:a16="http://schemas.microsoft.com/office/drawing/2014/main" id="{77FEA319-B2E8-0545-7E30-E315BAA7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77" y="2381906"/>
            <a:ext cx="5163954" cy="28189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DF0DC1E7-F8CD-E97D-4D9A-F564D8205507}"/>
                  </a:ext>
                </a:extLst>
              </p14:cNvPr>
              <p14:cNvContentPartPr/>
              <p14:nvPr/>
            </p14:nvContentPartPr>
            <p14:xfrm>
              <a:off x="1466280" y="5464800"/>
              <a:ext cx="3680280" cy="77616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DF0DC1E7-F8CD-E97D-4D9A-F564D82055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6920" y="5455440"/>
                <a:ext cx="3699000" cy="79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36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4431983"/>
          </a:xfrm>
        </p:spPr>
        <p:txBody>
          <a:bodyPr lIns="45720" rIns="45720">
            <a:spAutoFit/>
          </a:bodyPr>
          <a:lstStyle/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1. Sammendrag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Bakgrunn, problemstilling og mål (fra godkjent proposal)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2. Omfang (Scope)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Krav, løsning, WBS (Work Breakdown Structure)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3. Tidsplan (Schedule)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Gantt-diagram, milepæler, kritisk sti (MS Project)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4. Risiko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Risikoregister og tiltak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5. Ressurser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Teamroller, ansvarsfordeling, verktøy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6. Kommunikasjon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Teams-kanaler, møter, statusrapportering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7. Kvalitet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dirty="0">
                <a:solidFill>
                  <a:srgbClr val="CBD5E1"/>
                </a:solidFill>
                <a:latin typeface="Calibri"/>
              </a:rPr>
              <a:t>Peer-to-peer review, godkjenningskriterier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3192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 dirty="0">
                <a:solidFill>
                  <a:srgbClr val="FFFFFF"/>
                </a:solidFill>
                <a:latin typeface="Calibri"/>
              </a:rPr>
              <a:t>Prosjektplan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11EA25C1-65CB-BB93-540E-C829DF5516C8}"/>
                  </a:ext>
                </a:extLst>
              </p14:cNvPr>
              <p14:cNvContentPartPr/>
              <p14:nvPr/>
            </p14:nvContentPartPr>
            <p14:xfrm>
              <a:off x="3133800" y="2878560"/>
              <a:ext cx="6160320" cy="10303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11EA25C1-65CB-BB93-540E-C829DF551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4440" y="2869200"/>
                <a:ext cx="6179040" cy="10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95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975995"/>
          </a:xfrm>
        </p:spPr>
        <p:txBody>
          <a:bodyPr lIns="45720" rIns="45720">
            <a:spAutoFit/>
          </a:bodyPr>
          <a:lstStyle/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 dirty="0">
                <a:solidFill>
                  <a:srgbClr val="2ECC71"/>
                </a:solidFill>
                <a:latin typeface="Calibri"/>
              </a:rPr>
              <a:t>✓ Fase 1: Initiering (12. jan – 9. feb) – FERDIG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2ECC71"/>
                </a:solidFill>
                <a:latin typeface="Calibri"/>
              </a:rPr>
              <a:t>Proposal: problemstilling, mål, avgrensning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Godkjent proposal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 dirty="0">
                <a:solidFill>
                  <a:srgbClr val="3B82F6"/>
                </a:solidFill>
                <a:latin typeface="Calibri"/>
              </a:rPr>
              <a:t>▶ Fase 2: Planlegging (9. feb – 9. mar) – NÅ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Prosjektplan, WBS, Gantt (MS Project), risikoanalyse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Teori og litteratursøk – start tidlig!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+ problemstilling – første utkast (ferdigstilles til slutt)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Godkjent prosjektplan + godkjent Gantt diagram (9. mar)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 dirty="0">
                <a:solidFill>
                  <a:srgbClr val="FFD700"/>
                </a:solidFill>
                <a:latin typeface="Calibri"/>
              </a:rPr>
              <a:t>Fase 3: Gjennomføring (9. mar – 27. apr)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+ problemstilling – første utkast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Teori og litteratursøk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Casebeskrivelse og datainnsamling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Data/metode og modellering (KI-implementasjon)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Analyse og resultater – kjøre modeller, dokumentere funn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Diskusjon – tolke funn mot teori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Peer-to-peer review av annen gruppes utkast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Godkjent hovedutkast + peer review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 dirty="0">
                <a:solidFill>
                  <a:srgbClr val="FFD700"/>
                </a:solidFill>
                <a:latin typeface="Calibri"/>
              </a:rPr>
              <a:t>Fase 4: Avslutning (27. apr – 31. mai)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Konklusjon – besvar problemstillingen eksplisitt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ferdigstilles (skrives til slutt!)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Kvalitetssikring, korrektur, referanseliste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Muntlig presentasjon + innlevert rapport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 dirty="0">
                <a:solidFill>
                  <a:srgbClr val="94A3B8"/>
                </a:solidFill>
                <a:latin typeface="Calibri"/>
              </a:rPr>
              <a:t>⚙ Arbeidsmetode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94A3B8"/>
                </a:solidFill>
                <a:latin typeface="Calibri"/>
              </a:rPr>
              <a:t>Ukentlige team-møter (agenda + oppsummering)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94A3B8"/>
                </a:solidFill>
                <a:latin typeface="Calibri"/>
              </a:rPr>
              <a:t>GitHub for versjonskontroll av kode og rapport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94A3B8"/>
                </a:solidFill>
                <a:latin typeface="Calibri"/>
              </a:rPr>
              <a:t>Teams-kanal for løpende kommunikasjon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Prosjektplan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1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800" b="1" dirty="0">
                <a:solidFill>
                  <a:srgbClr val="FFFFFF"/>
                </a:solidFill>
                <a:latin typeface="Calibri"/>
              </a:rPr>
              <a:t>WBS Input til 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81027508-FC35-FD65-D7A6-5C7528516EAE}"/>
                  </a:ext>
                </a:extLst>
              </p14:cNvPr>
              <p14:cNvContentPartPr/>
              <p14:nvPr/>
            </p14:nvContentPartPr>
            <p14:xfrm>
              <a:off x="273240" y="1825920"/>
              <a:ext cx="11563920" cy="29167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81027508-FC35-FD65-D7A6-5C7528516E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880" y="1816560"/>
                <a:ext cx="11582640" cy="293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47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>
            <a:normAutofit/>
          </a:bodyPr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WBS Input til Gantt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 dirty="0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4670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600" b="1" dirty="0">
                <a:solidFill>
                  <a:srgbClr val="FFFFFF"/>
                </a:solidFill>
                <a:latin typeface="Calibri"/>
              </a:rPr>
              <a:t>Gantt-diagram og Referanseplan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2" name="MainContent">
            <a:extLst>
              <a:ext uri="{FF2B5EF4-FFF2-40B4-BE49-F238E27FC236}">
                <a16:creationId xmlns:a16="http://schemas.microsoft.com/office/drawing/2014/main" id="{DE831630-985A-4E95-87A1-47445801867A}"/>
              </a:ext>
            </a:extLst>
          </p:cNvPr>
          <p:cNvSpPr txBox="1"/>
          <p:nvPr/>
        </p:nvSpPr>
        <p:spPr>
          <a:xfrm>
            <a:off x="368300" y="825500"/>
            <a:ext cx="9017000" cy="390876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nb-NO" sz="1600" b="1" dirty="0">
                <a:solidFill>
                  <a:srgbClr val="3B82F6"/>
                </a:solidFill>
                <a:latin typeface="Calibri"/>
              </a:rPr>
              <a:t>Fortløpende godkjenning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Prosjektplan + Gantt godkjennes fortløpende – ikke vent!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Jo tidligere ferdig med planen, jo raskere kan dere skrive rapporten</a:t>
            </a:r>
          </a:p>
          <a:p>
            <a:pPr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Hva er en Referanseplan (Baseline)?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Et øyeblikksbilde av planen da den ble godkjent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MS Project kopierer start, slutt, varighet til «låste» felter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Differanse mellom plan og faktisk = </a:t>
            </a:r>
            <a:r>
              <a:rPr lang="nb-NO" sz="1400" b="1" dirty="0">
                <a:solidFill>
                  <a:srgbClr val="F59E0B"/>
                </a:solidFill>
                <a:latin typeface="Calibri"/>
              </a:rPr>
              <a:t>Avvik (Variance)</a:t>
            </a:r>
          </a:p>
          <a:p>
            <a:pPr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Hvorfor trenger du den?</a:t>
            </a:r>
          </a:p>
          <a:p>
            <a:pPr lvl="1">
              <a:buFont typeface="Arial"/>
              <a:buChar char="•"/>
            </a:pPr>
            <a:r>
              <a:rPr lang="nb-NO" sz="1400" b="1" dirty="0">
                <a:solidFill>
                  <a:srgbClr val="EF4444"/>
                </a:solidFill>
                <a:latin typeface="Calibri"/>
              </a:rPr>
              <a:t>Uten referanseplan: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Endringer ser bare ut som nye datoer – ingen varsling</a:t>
            </a:r>
          </a:p>
          <a:p>
            <a:pPr lvl="1">
              <a:buFont typeface="Arial"/>
              <a:buChar char="•"/>
            </a:pPr>
            <a:r>
              <a:rPr lang="nb-NO" sz="1400" b="1" dirty="0">
                <a:solidFill>
                  <a:srgbClr val="2ECC71"/>
                </a:solidFill>
                <a:latin typeface="Calibri"/>
              </a:rPr>
              <a:t>Med referanseplan: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MS Project viser avvik mellom plan og virkelighet</a:t>
            </a:r>
          </a:p>
          <a:p>
            <a:pPr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Slik gjør du det i MS Project</a:t>
            </a:r>
          </a:p>
          <a:p>
            <a:pPr lvl="1">
              <a:buFont typeface="Arial"/>
              <a:buChar char="1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  Prosjekt-fanen → Lagre referanseplan (Set Baseline)</a:t>
            </a:r>
          </a:p>
          <a:p>
            <a:pPr lvl="1">
              <a:buFont typeface="Arial"/>
              <a:buChar char="2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  Velg «Lagre referanseplan» for hele prosjektet</a:t>
            </a:r>
          </a:p>
          <a:p>
            <a:pPr lvl="1">
              <a:buFont typeface="Arial"/>
              <a:buChar char="3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  Bytt til Oppfølgings-Gantt (Tracking Gantt)</a:t>
            </a:r>
          </a:p>
          <a:p>
            <a:pPr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Oppfølgings-Gantt (Tracking Gantt)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To stolper per oppgave: </a:t>
            </a:r>
            <a:r>
              <a:rPr lang="nb-NO" sz="1400" b="1" dirty="0">
                <a:solidFill>
                  <a:srgbClr val="94A3B8"/>
                </a:solidFill>
                <a:latin typeface="Calibri"/>
              </a:rPr>
              <a:t>grå = referanseplan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| </a:t>
            </a:r>
            <a:r>
              <a:rPr lang="nb-NO" sz="1400" b="1" dirty="0">
                <a:solidFill>
                  <a:srgbClr val="3B82F6"/>
                </a:solidFill>
                <a:latin typeface="Calibri"/>
              </a:rPr>
              <a:t>farget = faktisk status</a:t>
            </a:r>
          </a:p>
          <a:p>
            <a:pPr lvl="1">
              <a:buFont typeface="Arial"/>
              <a:buChar char="•"/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Visuell endringsledelse – se nøyaktig hvor prosjektet sklir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EFC2A9D2-1DC6-730E-1AE3-E31CA5289F81}"/>
                  </a:ext>
                </a:extLst>
              </p14:cNvPr>
              <p14:cNvContentPartPr/>
              <p14:nvPr/>
            </p14:nvContentPartPr>
            <p14:xfrm>
              <a:off x="6867360" y="2665080"/>
              <a:ext cx="2620080" cy="106920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EFC2A9D2-1DC6-730E-1AE3-E31CA5289F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8000" y="2655720"/>
                <a:ext cx="26388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71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14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BA45CD-8C53-4762-B17B-B2E05DF1F99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9" ma:contentTypeDescription="Opprett et nytt dokument." ma:contentTypeScope="" ma:versionID="d44d522dc1ccfe4199dac68fb58b11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0cfca59e82323ac82fda0b08f91f8425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3FAD4B-EF18-4DF5-9051-02F405256087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2.xml><?xml version="1.0" encoding="utf-8"?>
<ds:datastoreItem xmlns:ds="http://schemas.openxmlformats.org/officeDocument/2006/customXml" ds:itemID="{758FB5D0-547A-484F-A60B-92EB37E069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3CFF8D-5CE9-482C-8F0C-FF85A95693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704</Words>
  <Application>Microsoft Office PowerPoint</Application>
  <PresentationFormat>Widescreen</PresentationFormat>
  <Paragraphs>148</Paragraphs>
  <Slides>7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Bård Inge Austigard Pettersen</dc:creator>
  <cp:keywords/>
  <dc:description>generated using python-pptx</dc:description>
  <cp:lastModifiedBy>Bård Inge Austigard Pettersen</cp:lastModifiedBy>
  <cp:revision>9</cp:revision>
  <dcterms:created xsi:type="dcterms:W3CDTF">2013-01-27T09:14:16Z</dcterms:created>
  <dcterms:modified xsi:type="dcterms:W3CDTF">2026-02-11T13:16:43Z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2025-09-15T10:54:25Z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d2e65523-dc12-4eee-a3b0-18f787279a51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  <property fmtid="{D5CDD505-2E9C-101B-9397-08002B2CF9AE}" pid="10" name="ContentTypeId">
    <vt:lpwstr>0x0101001D73479B3B86DF4F88CDECC6BD6FA5DC</vt:lpwstr>
  </property>
  <property fmtid="{D5CDD505-2E9C-101B-9397-08002B2CF9AE}" pid="11" name="MediaServiceImageTags">
    <vt:lpwstr/>
  </property>
</Properties>
</file>